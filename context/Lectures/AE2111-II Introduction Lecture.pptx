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19" r:id="rId1"/>
  </p:sldMasterIdLst>
  <p:notesMasterIdLst>
    <p:notesMasterId r:id="rId34"/>
  </p:notesMasterIdLst>
  <p:handoutMasterIdLst>
    <p:handoutMasterId r:id="rId35"/>
  </p:handoutMasterIdLst>
  <p:sldIdLst>
    <p:sldId id="259" r:id="rId2"/>
    <p:sldId id="299" r:id="rId3"/>
    <p:sldId id="300" r:id="rId4"/>
    <p:sldId id="301" r:id="rId5"/>
    <p:sldId id="330" r:id="rId6"/>
    <p:sldId id="303" r:id="rId7"/>
    <p:sldId id="304" r:id="rId8"/>
    <p:sldId id="305" r:id="rId9"/>
    <p:sldId id="306" r:id="rId10"/>
    <p:sldId id="307" r:id="rId11"/>
    <p:sldId id="344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298" r:id="rId33"/>
  </p:sldIdLst>
  <p:sldSz cx="11522075" cy="6480175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6D6"/>
    <a:srgbClr val="FF7C80"/>
    <a:srgbClr val="FFA3A5"/>
    <a:srgbClr val="66FF33"/>
    <a:srgbClr val="CDC800"/>
    <a:srgbClr val="6BA42C"/>
    <a:srgbClr val="C6E6A2"/>
    <a:srgbClr val="FFCCCC"/>
    <a:srgbClr val="FFD5D5"/>
    <a:srgbClr val="2B81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1" autoAdjust="0"/>
    <p:restoredTop sz="88299" autoAdjust="0"/>
  </p:normalViewPr>
  <p:slideViewPr>
    <p:cSldViewPr snapToGrid="0" snapToObjects="1">
      <p:cViewPr varScale="1">
        <p:scale>
          <a:sx n="106" d="100"/>
          <a:sy n="106" d="100"/>
        </p:scale>
        <p:origin x="1176" y="108"/>
      </p:cViewPr>
      <p:guideLst>
        <p:guide orient="horz" pos="2041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8" d="100"/>
          <a:sy n="78" d="100"/>
        </p:scale>
        <p:origin x="398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006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A4D90961-907D-41C0-8086-ADAC5A03703D}" type="datetimeFigureOut">
              <a:rPr lang="nl-NL" smtClean="0"/>
              <a:t>24-7-2024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19474"/>
            <a:ext cx="3169920" cy="48006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19474"/>
            <a:ext cx="3169920" cy="48006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6774741B-B591-45D6-BA19-6B89631867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94228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006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43BC0ECF-CBCF-4D6A-B0B7-A0E76C957D99}" type="datetimeFigureOut">
              <a:rPr lang="nl-NL" smtClean="0"/>
              <a:t>24-7-2024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474"/>
            <a:ext cx="3169920" cy="48006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4"/>
            <a:ext cx="3169920" cy="48006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E8EC5C3F-135B-4406-A366-C1439A0A840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42777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3198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503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041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251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73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051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291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346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168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029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691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031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latin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54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latin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94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897D41-1059-4324-A203-2019645CBE9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55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674585-57CA-45CE-8A33-903888DE8CD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9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latin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29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latin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4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latin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31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latin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62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latin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94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GB" dirty="0">
              <a:latin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95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1816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"/>
              </a:rPr>
              <a:t>This picture puts this course in the context of space engineering. Be sure all elements are present when you want to describe a complete mission.</a:t>
            </a:r>
          </a:p>
          <a:p>
            <a:endParaRPr lang="en-US" dirty="0">
              <a:latin typeface="Times"/>
            </a:endParaRPr>
          </a:p>
          <a:p>
            <a:r>
              <a:rPr lang="en-US" dirty="0">
                <a:latin typeface="Times"/>
              </a:rPr>
              <a:t>Typically elements like operations are ignored or too lately accounted for.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79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67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"/>
              </a:rPr>
              <a:t>In another context, a person might want to be transported from A to B. He does NOT necessarily need a car, but just a system which helps getting where he needs.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64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795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529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257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"/>
              </a:rPr>
              <a:t>Systems Engineering helps us avoid getting “tunnel visions” on an elegant</a:t>
            </a:r>
            <a:r>
              <a:rPr lang="en-US" baseline="0" dirty="0">
                <a:latin typeface="Times"/>
              </a:rPr>
              <a:t> </a:t>
            </a:r>
            <a:r>
              <a:rPr lang="en-US" dirty="0">
                <a:latin typeface="Times"/>
              </a:rPr>
              <a:t>subsystem design that doesn’t meet overall mission objectives.</a:t>
            </a:r>
            <a:r>
              <a:rPr lang="en-US" baseline="0" dirty="0">
                <a:latin typeface="Times"/>
              </a:rPr>
              <a:t> Remember to always </a:t>
            </a:r>
            <a:r>
              <a:rPr lang="en-US" u="sng" dirty="0">
                <a:latin typeface="Times"/>
              </a:rPr>
              <a:t>focus on the</a:t>
            </a:r>
            <a:r>
              <a:rPr lang="en-US" u="sng" baseline="0" dirty="0">
                <a:latin typeface="Times"/>
              </a:rPr>
              <a:t> </a:t>
            </a:r>
            <a:r>
              <a:rPr lang="en-US" u="sng" dirty="0">
                <a:latin typeface="Times"/>
              </a:rPr>
              <a:t>Big Picture of the mission architecture!</a:t>
            </a:r>
          </a:p>
          <a:p>
            <a:endParaRPr lang="en-US" u="sng" dirty="0">
              <a:latin typeface="Times"/>
            </a:endParaRPr>
          </a:p>
          <a:p>
            <a:r>
              <a:rPr lang="en-US" u="sng" dirty="0">
                <a:latin typeface="Times"/>
              </a:rPr>
              <a:t>The keyword in engineering is BALANCING!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927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6FC491-18BF-48A1-9F31-D160DFD0851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258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319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337800" y="6070600"/>
            <a:ext cx="104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9CD01A7-429B-DC48-8F96-BCBBCB54612C}" type="slidenum">
              <a:rPr lang="en-US" sz="1400" smtClean="0">
                <a:solidFill>
                  <a:srgbClr val="00A6D6"/>
                </a:solidFill>
              </a:rPr>
              <a:pPr algn="r"/>
              <a:t>‹#›</a:t>
            </a:fld>
            <a:endParaRPr lang="en-US" sz="1400" dirty="0">
              <a:solidFill>
                <a:srgbClr val="00A6D6"/>
              </a:solidFill>
            </a:endParaRPr>
          </a:p>
        </p:txBody>
      </p:sp>
      <p:pic>
        <p:nvPicPr>
          <p:cNvPr id="6" name="Afbeelding 8" descr="TUDelft_LogoZWART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146" y="5625885"/>
            <a:ext cx="1624786" cy="6336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8"/>
          <p:cNvSpPr>
            <a:spLocks noChangeArrowheads="1"/>
          </p:cNvSpPr>
          <p:nvPr userDrawn="1"/>
        </p:nvSpPr>
        <p:spPr bwMode="auto">
          <a:xfrm>
            <a:off x="-1" y="13"/>
            <a:ext cx="1576384" cy="6480161"/>
          </a:xfrm>
          <a:prstGeom prst="rect">
            <a:avLst/>
          </a:prstGeom>
          <a:solidFill>
            <a:srgbClr val="00A6D6"/>
          </a:solidFill>
          <a:ln w="9525">
            <a:noFill/>
            <a:miter lim="800000"/>
            <a:headEnd/>
            <a:tailEnd/>
          </a:ln>
        </p:spPr>
        <p:txBody>
          <a:bodyPr wrap="none" lIns="91436" tIns="45719" rIns="91436" bIns="45719" anchor="ctr"/>
          <a:lstStyle/>
          <a:p>
            <a:pPr algn="r"/>
            <a:endParaRPr lang="nl-NL" sz="2100">
              <a:latin typeface="Tahoma" pitchFamily="34" charset="0"/>
            </a:endParaRPr>
          </a:p>
        </p:txBody>
      </p:sp>
      <p:pic>
        <p:nvPicPr>
          <p:cNvPr id="4" name="Picture 3" descr="TU_P5#whi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63" y="5720495"/>
            <a:ext cx="1368883" cy="84323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10337800" y="6070600"/>
            <a:ext cx="104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9CD01A7-429B-DC48-8F96-BCBBCB54612C}" type="slidenum">
              <a:rPr lang="en-US" sz="1400" smtClean="0">
                <a:solidFill>
                  <a:srgbClr val="00A6D6"/>
                </a:solidFill>
              </a:rPr>
              <a:pPr algn="r"/>
              <a:t>‹#›</a:t>
            </a:fld>
            <a:endParaRPr lang="en-US" sz="1400" dirty="0">
              <a:solidFill>
                <a:srgbClr val="00A6D6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2014538" y="1782763"/>
            <a:ext cx="7423930" cy="9144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141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24">
                <a:latin typeface="+mn-lt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74793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9955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-1" y="13"/>
            <a:ext cx="1576384" cy="6480161"/>
          </a:xfrm>
          <a:prstGeom prst="rect">
            <a:avLst/>
          </a:prstGeom>
          <a:solidFill>
            <a:srgbClr val="00A6D6"/>
          </a:solidFill>
          <a:ln w="9525">
            <a:noFill/>
            <a:miter lim="800000"/>
            <a:headEnd/>
            <a:tailEnd/>
          </a:ln>
        </p:spPr>
        <p:txBody>
          <a:bodyPr wrap="none" lIns="91436" tIns="45719" rIns="91436" bIns="45719" anchor="ctr"/>
          <a:lstStyle/>
          <a:p>
            <a:pPr algn="r"/>
            <a:endParaRPr lang="nl-NL" sz="2100">
              <a:latin typeface="Tahoma" pitchFamily="34" charset="0"/>
            </a:endParaRPr>
          </a:p>
        </p:txBody>
      </p:sp>
      <p:pic>
        <p:nvPicPr>
          <p:cNvPr id="15" name="Picture 3" descr="TU_P5#white.eps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63" y="5720495"/>
            <a:ext cx="1368883" cy="843232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0337800" y="6070600"/>
            <a:ext cx="104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9CD01A7-429B-DC48-8F96-BCBBCB54612C}" type="slidenum">
              <a:rPr lang="en-US" sz="1400" smtClean="0">
                <a:solidFill>
                  <a:srgbClr val="00A6D6"/>
                </a:solidFill>
              </a:rPr>
              <a:pPr algn="r"/>
              <a:t>‹#›</a:t>
            </a:fld>
            <a:endParaRPr lang="en-US" sz="1400" dirty="0">
              <a:solidFill>
                <a:srgbClr val="00A6D6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4826" y="3528"/>
            <a:ext cx="9937750" cy="1252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826" y="1725613"/>
            <a:ext cx="9937750" cy="4111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0" r:id="rId1"/>
    <p:sldLayoutId id="2147484129" r:id="rId2"/>
    <p:sldLayoutId id="2147484130" r:id="rId3"/>
    <p:sldLayoutId id="2147484131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none" spc="50" baseline="0">
          <a:solidFill>
            <a:srgbClr val="00A6D6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800" kern="1200" spc="3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800" kern="1200" spc="3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800" kern="1200" spc="3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800" kern="1200" spc="3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800" kern="1200" spc="3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A.Cervone@tudelft.n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S.Speretta@tudelft.n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F.Oliviero@tudelft.n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AE2111.II.TA@gmail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nl/imgres?imgurl=http://www.myschoolclipart.com/images/illustrations/xsmall2/17_math_teacher_welcoming_students_back_to_school.jpg&amp;imgrefurl=http://www.myschoolclipart.com/illustration/17/math_teacher_welcoming_students_back_to_school&amp;usg=__Zjl-FqVW3i5fxk1gLf1-M7g-Da4=&amp;h=286&amp;w=350&amp;sz=52&amp;hl=nl&amp;start=61&amp;um=1&amp;tbnid=JtpDCB0fyhKz3M:&amp;tbnh=98&amp;tbnw=120&amp;prev=/images?q=clipart+education&amp;start=60&amp;ndsp=20&amp;um=1&amp;hl=nl&amp;sa=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hyperlink" Target="http://classroomclipart.com/images/gallery/Clipart/Education/PPK-study.jpg" TargetMode="Externa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microsoft.com/office/2007/relationships/hdphoto" Target="../media/hdphoto1.wdp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gif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646"/>
            <a:ext cx="11522075" cy="2136794"/>
          </a:xfrm>
          <a:prstGeom prst="rect">
            <a:avLst/>
          </a:prstGeom>
        </p:spPr>
      </p:pic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0" y="1799654"/>
            <a:ext cx="11522075" cy="15696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ctr"/>
            <a:endParaRPr lang="en-US"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Course Introduction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A. Cervone, F. Oliviero, S. </a:t>
            </a:r>
            <a:r>
              <a:rPr lang="en-US" sz="2400" dirty="0" err="1">
                <a:solidFill>
                  <a:schemeClr val="bg1"/>
                </a:solidFill>
                <a:latin typeface="Arial"/>
                <a:cs typeface="Arial"/>
              </a:rPr>
              <a:t>Speretta</a:t>
            </a:r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 – Academic Year 2024/25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0" y="377606"/>
            <a:ext cx="11520758" cy="12432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anchor="ctr">
            <a:no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3600" dirty="0">
                <a:solidFill>
                  <a:schemeClr val="bg1"/>
                </a:solidFill>
                <a:latin typeface="Arial"/>
                <a:cs typeface="Arial"/>
              </a:rPr>
              <a:t>AE2111-II - Aerospace Design and Systems Engineering Elements II</a:t>
            </a:r>
          </a:p>
        </p:txBody>
      </p:sp>
    </p:spTree>
    <p:extLst>
      <p:ext uri="{BB962C8B-B14F-4D97-AF65-F5344CB8AC3E}">
        <p14:creationId xmlns:p14="http://schemas.microsoft.com/office/powerpoint/2010/main" val="354897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  <a:ea typeface="Tahoma" panose="020B0604030504040204" pitchFamily="34" charset="0"/>
              </a:rPr>
              <a:t>Introduction Slides – Contents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2737" y="1171965"/>
            <a:ext cx="7975715" cy="5020605"/>
          </a:xfrm>
        </p:spPr>
        <p:txBody>
          <a:bodyPr>
            <a:noAutofit/>
          </a:bodyPr>
          <a:lstStyle/>
          <a:p>
            <a:pPr marL="339006" indent="-339006">
              <a:spcAft>
                <a:spcPts val="0"/>
              </a:spcAft>
              <a:buFont typeface="Bookman Old Style" pitchFamily="18" charset="0"/>
              <a:buAutoNum type="arabicPeriod"/>
            </a:pPr>
            <a:r>
              <a:rPr lang="en-US" sz="2400" dirty="0"/>
              <a:t>Course Organization</a:t>
            </a:r>
          </a:p>
          <a:p>
            <a:pPr marL="699013" lvl="1" indent="-339006">
              <a:spcAft>
                <a:spcPts val="0"/>
              </a:spcAft>
            </a:pPr>
            <a:r>
              <a:rPr lang="en-US" sz="2400" dirty="0"/>
              <a:t>Objectives and Motivations</a:t>
            </a:r>
          </a:p>
          <a:p>
            <a:pPr marL="699013" lvl="1" indent="-339006">
              <a:spcAft>
                <a:spcPts val="0"/>
              </a:spcAft>
            </a:pPr>
            <a:r>
              <a:rPr lang="en-US" sz="2400" dirty="0"/>
              <a:t>Format and Contents</a:t>
            </a:r>
          </a:p>
          <a:p>
            <a:pPr marL="699013" lvl="1" indent="-339006">
              <a:spcAft>
                <a:spcPts val="1134"/>
              </a:spcAft>
            </a:pPr>
            <a:r>
              <a:rPr lang="en-US" sz="2400" dirty="0"/>
              <a:t>Schedule and Assessment</a:t>
            </a:r>
          </a:p>
          <a:p>
            <a:pPr marL="339006" indent="-339006">
              <a:spcAft>
                <a:spcPts val="0"/>
              </a:spcAft>
              <a:buFont typeface="Bookman Old Style" pitchFamily="18" charset="0"/>
              <a:buAutoNum type="arabicPeriod"/>
            </a:pPr>
            <a:r>
              <a:rPr lang="en-GB" sz="2400" dirty="0"/>
              <a:t>Aircraft – Introduction</a:t>
            </a:r>
          </a:p>
          <a:p>
            <a:pPr marL="699013" lvl="1" indent="-339006">
              <a:spcAft>
                <a:spcPts val="0"/>
              </a:spcAft>
            </a:pPr>
            <a:r>
              <a:rPr lang="en-US" sz="2400" dirty="0"/>
              <a:t>Aircraft lift and drag estimation; high lift devices and aileron sizing</a:t>
            </a:r>
          </a:p>
          <a:p>
            <a:pPr marL="699013" lvl="1" indent="-339006">
              <a:spcAft>
                <a:spcPts val="1134"/>
              </a:spcAft>
            </a:pPr>
            <a:r>
              <a:rPr lang="en-GB" sz="2400" dirty="0"/>
              <a:t>Aircraft weight estimation</a:t>
            </a:r>
          </a:p>
          <a:p>
            <a:pPr marL="339006" indent="-339006">
              <a:spcAft>
                <a:spcPts val="0"/>
              </a:spcAft>
              <a:buFont typeface="Bookman Old Style" pitchFamily="18" charset="0"/>
              <a:buAutoNum type="arabicPeriod"/>
            </a:pPr>
            <a:r>
              <a:rPr lang="en-US" sz="2400" dirty="0"/>
              <a:t>Spacecraft – Introduction</a:t>
            </a:r>
          </a:p>
          <a:p>
            <a:pPr marL="699013" lvl="1" indent="-339006">
              <a:spcAft>
                <a:spcPts val="0"/>
              </a:spcAft>
            </a:pPr>
            <a:r>
              <a:rPr lang="en-US" sz="2400" dirty="0"/>
              <a:t>Functionalities and Subsystems of Spacecraft</a:t>
            </a:r>
          </a:p>
          <a:p>
            <a:pPr marL="699013" lvl="1" indent="-339006">
              <a:spcAft>
                <a:spcPts val="1134"/>
              </a:spcAft>
            </a:pPr>
            <a:r>
              <a:rPr lang="en-US" sz="2400" dirty="0"/>
              <a:t>Importance of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3372547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307944" y="1947052"/>
            <a:ext cx="7237696" cy="14295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600" dirty="0">
                <a:latin typeface="Arial" panose="020B0604020202020204" pitchFamily="34" charset="0"/>
              </a:rPr>
              <a:t>Part 1</a:t>
            </a:r>
            <a:br>
              <a:rPr lang="en-US" sz="3600" dirty="0">
                <a:latin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</a:rPr>
              <a:t>Course Organization</a:t>
            </a:r>
          </a:p>
        </p:txBody>
      </p:sp>
    </p:spTree>
    <p:extLst>
      <p:ext uri="{BB962C8B-B14F-4D97-AF65-F5344CB8AC3E}">
        <p14:creationId xmlns:p14="http://schemas.microsoft.com/office/powerpoint/2010/main" val="21984318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</a:rPr>
              <a:t>Course Lecturers – Spacecraft Part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82736" y="1345519"/>
            <a:ext cx="9524535" cy="4633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" indent="0" fontAlgn="auto">
              <a:lnSpc>
                <a:spcPct val="120000"/>
              </a:lnSpc>
              <a:spcAft>
                <a:spcPts val="283"/>
              </a:spcAft>
              <a:buFont typeface="Arial" pitchFamily="34" charset="0"/>
              <a:buNone/>
              <a:defRPr/>
            </a:pPr>
            <a:r>
              <a:rPr lang="en-GB" sz="2400" b="1" dirty="0"/>
              <a:t>Angelo Cervone </a:t>
            </a:r>
            <a:r>
              <a:rPr lang="en-GB" sz="2400" dirty="0"/>
              <a:t>(Space Engineering department)</a:t>
            </a:r>
            <a:endParaRPr lang="nl-NL" sz="2400" dirty="0"/>
          </a:p>
          <a:p>
            <a:pPr marL="664170" indent="-324006" fontAlgn="auto">
              <a:lnSpc>
                <a:spcPct val="120000"/>
              </a:lnSpc>
              <a:spcAft>
                <a:spcPts val="283"/>
              </a:spcAft>
              <a:buFont typeface="Wingdings" pitchFamily="2" charset="2"/>
              <a:buChar char="ü"/>
              <a:defRPr/>
            </a:pPr>
            <a:r>
              <a:rPr lang="en-GB" sz="2400" dirty="0"/>
              <a:t>E-Mail: </a:t>
            </a:r>
            <a:r>
              <a:rPr lang="en-US" sz="2400" dirty="0">
                <a:hlinkClick r:id="rId3"/>
              </a:rPr>
              <a:t>A.Cervone@tudelft.nl</a:t>
            </a:r>
            <a:endParaRPr lang="en-US" sz="2400" dirty="0"/>
          </a:p>
          <a:p>
            <a:pPr marL="1024177" lvl="1" indent="-324006" fontAlgn="auto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→"/>
              <a:defRPr/>
            </a:pPr>
            <a:r>
              <a:rPr lang="en-US" sz="2400" i="1" dirty="0"/>
              <a:t>For questions on the </a:t>
            </a:r>
            <a:r>
              <a:rPr lang="en-US" sz="2400" i="1" u="sng" dirty="0"/>
              <a:t>course structure </a:t>
            </a:r>
            <a:r>
              <a:rPr lang="en-US" sz="2400" i="1" dirty="0"/>
              <a:t>and on the spacecraft part related to </a:t>
            </a:r>
            <a:r>
              <a:rPr lang="en-US" sz="2400" i="1" u="sng" dirty="0"/>
              <a:t>Attitude Determination and Control Systems</a:t>
            </a:r>
            <a:endParaRPr lang="en-US" sz="2400" u="sng" dirty="0"/>
          </a:p>
          <a:p>
            <a:pPr marL="1158" indent="0" fontAlgn="auto">
              <a:lnSpc>
                <a:spcPct val="120000"/>
              </a:lnSpc>
              <a:spcAft>
                <a:spcPts val="283"/>
              </a:spcAft>
              <a:buFont typeface="Arial" pitchFamily="34" charset="0"/>
              <a:buNone/>
              <a:defRPr/>
            </a:pPr>
            <a:endParaRPr lang="en-GB" sz="2400" b="1" dirty="0"/>
          </a:p>
          <a:p>
            <a:pPr marL="1158" indent="0" fontAlgn="auto">
              <a:lnSpc>
                <a:spcPct val="120000"/>
              </a:lnSpc>
              <a:spcAft>
                <a:spcPts val="283"/>
              </a:spcAft>
              <a:buFont typeface="Arial" pitchFamily="34" charset="0"/>
              <a:buNone/>
              <a:defRPr/>
            </a:pPr>
            <a:r>
              <a:rPr lang="en-GB" sz="2400" b="1" dirty="0"/>
              <a:t>Stefano </a:t>
            </a:r>
            <a:r>
              <a:rPr lang="en-GB" sz="2400" b="1" dirty="0" err="1"/>
              <a:t>Speretta</a:t>
            </a:r>
            <a:r>
              <a:rPr lang="en-GB" sz="2400" b="1" dirty="0"/>
              <a:t> </a:t>
            </a:r>
            <a:r>
              <a:rPr lang="en-GB" sz="2400" dirty="0"/>
              <a:t>(Space Engineering department)</a:t>
            </a:r>
            <a:endParaRPr lang="nl-NL" sz="2400" dirty="0"/>
          </a:p>
          <a:p>
            <a:pPr marL="664170" indent="-324006" fontAlgn="auto">
              <a:lnSpc>
                <a:spcPct val="120000"/>
              </a:lnSpc>
              <a:spcAft>
                <a:spcPts val="283"/>
              </a:spcAft>
              <a:buFont typeface="Wingdings" pitchFamily="2" charset="2"/>
              <a:buChar char="ü"/>
              <a:defRPr/>
            </a:pPr>
            <a:r>
              <a:rPr lang="en-GB" sz="2400" dirty="0"/>
              <a:t>E-Mail: </a:t>
            </a:r>
            <a:r>
              <a:rPr lang="en-US" sz="2400" dirty="0">
                <a:hlinkClick r:id="rId4"/>
              </a:rPr>
              <a:t>S.Speretta@tudelft.nl</a:t>
            </a:r>
            <a:endParaRPr lang="en-US" sz="2400" dirty="0"/>
          </a:p>
          <a:p>
            <a:pPr marL="1024177" lvl="1" indent="-324006" fontAlgn="auto">
              <a:lnSpc>
                <a:spcPct val="120000"/>
              </a:lnSpc>
              <a:spcAft>
                <a:spcPts val="283"/>
              </a:spcAft>
              <a:buFont typeface="Arial" pitchFamily="34" charset="0"/>
              <a:buChar char="→"/>
              <a:defRPr/>
            </a:pPr>
            <a:r>
              <a:rPr lang="en-US" sz="2400" i="1" dirty="0"/>
              <a:t>For questions on the spacecraft part related to </a:t>
            </a:r>
            <a:r>
              <a:rPr lang="en-US" sz="2400" i="1" u="sng" dirty="0"/>
              <a:t>Communications</a:t>
            </a:r>
            <a:endParaRPr lang="nl-NL" sz="2400" u="sng" dirty="0"/>
          </a:p>
        </p:txBody>
      </p:sp>
    </p:spTree>
    <p:extLst>
      <p:ext uri="{BB962C8B-B14F-4D97-AF65-F5344CB8AC3E}">
        <p14:creationId xmlns:p14="http://schemas.microsoft.com/office/powerpoint/2010/main" val="601918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</a:rPr>
              <a:t>Course Lecturers – Aircraft Part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82736" y="1345519"/>
            <a:ext cx="9524535" cy="4633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" indent="0" fontAlgn="auto">
              <a:lnSpc>
                <a:spcPct val="120000"/>
              </a:lnSpc>
              <a:spcAft>
                <a:spcPts val="283"/>
              </a:spcAft>
              <a:buFont typeface="Arial" pitchFamily="34" charset="0"/>
              <a:buNone/>
              <a:defRPr/>
            </a:pPr>
            <a:r>
              <a:rPr lang="en-GB" sz="2400" b="1" dirty="0"/>
              <a:t>Fabrizio Oliviero </a:t>
            </a:r>
            <a:r>
              <a:rPr lang="en-GB" sz="2400" dirty="0"/>
              <a:t>(Flight Performance and Propulsion)</a:t>
            </a:r>
            <a:endParaRPr lang="nl-NL" sz="2400" dirty="0"/>
          </a:p>
          <a:p>
            <a:pPr marL="664170" indent="-324006" fontAlgn="auto">
              <a:lnSpc>
                <a:spcPct val="120000"/>
              </a:lnSpc>
              <a:spcAft>
                <a:spcPts val="283"/>
              </a:spcAft>
              <a:buFont typeface="Wingdings" pitchFamily="2" charset="2"/>
              <a:buChar char="ü"/>
              <a:defRPr/>
            </a:pPr>
            <a:r>
              <a:rPr lang="en-GB" sz="2400" dirty="0"/>
              <a:t>E-Mail: </a:t>
            </a:r>
            <a:r>
              <a:rPr lang="en-US" sz="2400" dirty="0">
                <a:hlinkClick r:id="rId3"/>
              </a:rPr>
              <a:t>F.Oliviero@tudelft.nl</a:t>
            </a:r>
            <a:endParaRPr lang="en-US" sz="2400" dirty="0"/>
          </a:p>
          <a:p>
            <a:pPr marL="1024177" lvl="1" indent="-324006" fontAlgn="auto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→"/>
              <a:defRPr/>
            </a:pPr>
            <a:r>
              <a:rPr lang="en-US" sz="2400" i="1" dirty="0"/>
              <a:t>For </a:t>
            </a:r>
            <a:r>
              <a:rPr lang="en-US" sz="2400" i="1" u="sng" dirty="0"/>
              <a:t>general</a:t>
            </a:r>
            <a:r>
              <a:rPr lang="en-US" sz="2400" i="1" dirty="0"/>
              <a:t> questions on the aircraft topics</a:t>
            </a:r>
          </a:p>
          <a:p>
            <a:pPr marL="1024177" lvl="1" indent="-324006" fontAlgn="auto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→"/>
              <a:defRPr/>
            </a:pPr>
            <a:endParaRPr lang="en-US" sz="2400" i="1" dirty="0"/>
          </a:p>
          <a:p>
            <a:pPr marL="664170" indent="-324006">
              <a:lnSpc>
                <a:spcPct val="120000"/>
              </a:lnSpc>
              <a:spcAft>
                <a:spcPts val="283"/>
              </a:spcAft>
              <a:buFont typeface="Wingdings" pitchFamily="2" charset="2"/>
              <a:buChar char="ü"/>
              <a:defRPr/>
            </a:pPr>
            <a:r>
              <a:rPr lang="en-GB" sz="2400" dirty="0"/>
              <a:t>E-Mail: </a:t>
            </a:r>
            <a:r>
              <a:rPr lang="en-US" sz="2400" dirty="0">
                <a:hlinkClick r:id="rId4"/>
              </a:rPr>
              <a:t>AE2111.II.TA@gmail.com</a:t>
            </a:r>
            <a:endParaRPr lang="en-US" sz="2400" dirty="0"/>
          </a:p>
          <a:p>
            <a:pPr marL="1024177" lvl="1" indent="-324006" fontAlgn="auto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→"/>
              <a:defRPr/>
            </a:pPr>
            <a:r>
              <a:rPr lang="en-US" sz="2400" i="1" dirty="0"/>
              <a:t>For questions on the </a:t>
            </a:r>
            <a:r>
              <a:rPr lang="en-US" sz="2400" i="1" u="sng" dirty="0"/>
              <a:t>aircraft tutorial assignment</a:t>
            </a:r>
            <a:endParaRPr lang="en-US" sz="2400" u="sng" dirty="0"/>
          </a:p>
          <a:p>
            <a:pPr marL="1158" indent="0" fontAlgn="auto">
              <a:lnSpc>
                <a:spcPct val="120000"/>
              </a:lnSpc>
              <a:spcAft>
                <a:spcPts val="283"/>
              </a:spcAft>
              <a:buFont typeface="Arial" pitchFamily="34" charset="0"/>
              <a:buNone/>
              <a:defRPr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3867304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</a:rPr>
              <a:t>Course Objectives and Motivations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0388" y="1195186"/>
            <a:ext cx="9803753" cy="4490699"/>
          </a:xfrm>
        </p:spPr>
        <p:txBody>
          <a:bodyPr>
            <a:noAutofit/>
          </a:bodyPr>
          <a:lstStyle/>
          <a:p>
            <a:pPr marL="1158" indent="0">
              <a:spcAft>
                <a:spcPts val="567"/>
              </a:spcAft>
              <a:buNone/>
              <a:defRPr/>
            </a:pPr>
            <a:r>
              <a:rPr lang="en-GB" sz="2400" u="sng" dirty="0"/>
              <a:t>Learning Objectives</a:t>
            </a:r>
            <a:r>
              <a:rPr lang="en-GB" sz="2400" dirty="0"/>
              <a:t> (High-Level)</a:t>
            </a:r>
            <a:endParaRPr lang="nl-NL" sz="2400" dirty="0"/>
          </a:p>
          <a:p>
            <a:pPr marL="664170" indent="-324006">
              <a:spcAft>
                <a:spcPts val="567"/>
              </a:spcAft>
              <a:buFont typeface="Wingdings" pitchFamily="2" charset="2"/>
              <a:buChar char="ü"/>
              <a:defRPr/>
            </a:pPr>
            <a:r>
              <a:rPr lang="en-US" sz="2400" dirty="0"/>
              <a:t>Identify vehicle subsystems and understand their functionality</a:t>
            </a:r>
            <a:r>
              <a:rPr lang="en-GB" sz="2400" dirty="0"/>
              <a:t> </a:t>
            </a:r>
          </a:p>
          <a:p>
            <a:pPr marL="664170" indent="-324006">
              <a:spcAft>
                <a:spcPts val="567"/>
              </a:spcAft>
              <a:buFont typeface="Wingdings" pitchFamily="2" charset="2"/>
              <a:buChar char="ü"/>
              <a:defRPr/>
            </a:pPr>
            <a:r>
              <a:rPr lang="en-US" sz="2400" dirty="0"/>
              <a:t>Analyze important subsystems </a:t>
            </a:r>
          </a:p>
          <a:p>
            <a:pPr marL="664170" indent="-324006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dirty="0"/>
              <a:t>Design top-level subsystems including their operations</a:t>
            </a:r>
          </a:p>
          <a:p>
            <a:pPr marL="700171" lvl="1" indent="0">
              <a:spcAft>
                <a:spcPts val="0"/>
              </a:spcAft>
              <a:buNone/>
              <a:defRPr/>
            </a:pPr>
            <a:endParaRPr lang="en-US" sz="1200" dirty="0"/>
          </a:p>
          <a:p>
            <a:pPr marL="1158" indent="0">
              <a:spcAft>
                <a:spcPts val="567"/>
              </a:spcAft>
              <a:buNone/>
              <a:defRPr/>
            </a:pPr>
            <a:r>
              <a:rPr lang="en-GB" sz="2400" i="1" u="sng" dirty="0"/>
              <a:t>Motivations</a:t>
            </a:r>
            <a:endParaRPr lang="nl-NL" sz="2400" i="1" dirty="0"/>
          </a:p>
          <a:p>
            <a:pPr marL="664170" indent="-324006">
              <a:spcAft>
                <a:spcPts val="567"/>
              </a:spcAft>
              <a:buFont typeface="Wingdings" pitchFamily="2" charset="2"/>
              <a:buChar char="ü"/>
              <a:defRPr/>
            </a:pPr>
            <a:r>
              <a:rPr lang="en-US" sz="2400" i="1" dirty="0"/>
              <a:t>Analyze and design spacecraft and aircraft systems</a:t>
            </a:r>
            <a:endParaRPr lang="en-GB" sz="2400" i="1" dirty="0"/>
          </a:p>
          <a:p>
            <a:pPr marL="664170" indent="-324006">
              <a:spcAft>
                <a:spcPts val="567"/>
              </a:spcAft>
              <a:buFont typeface="Wingdings" pitchFamily="2" charset="2"/>
              <a:buChar char="ü"/>
              <a:defRPr/>
            </a:pPr>
            <a:r>
              <a:rPr lang="en-US" sz="2400" i="1" dirty="0"/>
              <a:t>Understand some of the common points between aircraft and spacecraft design</a:t>
            </a:r>
          </a:p>
          <a:p>
            <a:pPr marL="664170" indent="-324006">
              <a:spcAft>
                <a:spcPts val="567"/>
              </a:spcAft>
              <a:buFont typeface="Wingdings" pitchFamily="2" charset="2"/>
              <a:buChar char="ü"/>
              <a:defRPr/>
            </a:pPr>
            <a:r>
              <a:rPr lang="en-US" sz="2400" i="1" dirty="0"/>
              <a:t>Understand both fundamentals and practice</a:t>
            </a:r>
          </a:p>
          <a:p>
            <a:pPr marL="664170" indent="-324006">
              <a:spcAft>
                <a:spcPts val="567"/>
              </a:spcAft>
              <a:buFont typeface="Wingdings" pitchFamily="2" charset="2"/>
              <a:buChar char="ü"/>
              <a:defRPr/>
            </a:pPr>
            <a:r>
              <a:rPr lang="en-US" sz="2400" i="1" dirty="0"/>
              <a:t>Apply design methodologies to other areas as well</a:t>
            </a:r>
          </a:p>
        </p:txBody>
      </p:sp>
    </p:spTree>
    <p:extLst>
      <p:ext uri="{BB962C8B-B14F-4D97-AF65-F5344CB8AC3E}">
        <p14:creationId xmlns:p14="http://schemas.microsoft.com/office/powerpoint/2010/main" val="318825440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</a:rPr>
              <a:t>Course Format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19583" y="2374107"/>
            <a:ext cx="2826146" cy="1494040"/>
          </a:xfrm>
          <a:prstGeom prst="rect">
            <a:avLst/>
          </a:prstGeom>
          <a:solidFill>
            <a:srgbClr val="FFC000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lIns="102050" rIns="102050" anchor="ctr"/>
          <a:lstStyle/>
          <a:p>
            <a:pPr marL="216004" indent="-216004" eaLnBrk="0" hangingPunct="0">
              <a:lnSpc>
                <a:spcPts val="2362"/>
              </a:lnSpc>
              <a:spcAft>
                <a:spcPts val="567"/>
              </a:spcAft>
              <a:buClr>
                <a:schemeClr val="bg2"/>
              </a:buClr>
            </a:pPr>
            <a:r>
              <a:rPr lang="en-US" sz="1890" u="sng" dirty="0"/>
              <a:t>Assessment</a:t>
            </a:r>
            <a:r>
              <a:rPr lang="en-US" sz="1890" dirty="0"/>
              <a:t> </a:t>
            </a:r>
          </a:p>
          <a:p>
            <a:pPr marL="216004" indent="-216004" eaLnBrk="0" hangingPunct="0">
              <a:lnSpc>
                <a:spcPts val="2362"/>
              </a:lnSpc>
              <a:buClr>
                <a:schemeClr val="tx1"/>
              </a:buClr>
              <a:buFontTx/>
              <a:buChar char="•"/>
            </a:pPr>
            <a:r>
              <a:rPr lang="en-US" sz="1890" dirty="0"/>
              <a:t>Exam</a:t>
            </a:r>
          </a:p>
          <a:p>
            <a:pPr marL="216004" indent="-216004" eaLnBrk="0" hangingPunct="0">
              <a:lnSpc>
                <a:spcPts val="2362"/>
              </a:lnSpc>
              <a:buClr>
                <a:schemeClr val="tx1"/>
              </a:buClr>
              <a:buFontTx/>
              <a:buChar char="•"/>
            </a:pPr>
            <a:r>
              <a:rPr lang="en-US" sz="1890" dirty="0"/>
              <a:t>Aircraft Tutorial</a:t>
            </a:r>
          </a:p>
          <a:p>
            <a:pPr marL="216004" indent="-216004" eaLnBrk="0" hangingPunct="0">
              <a:lnSpc>
                <a:spcPts val="2362"/>
              </a:lnSpc>
              <a:buClr>
                <a:schemeClr val="tx1"/>
              </a:buClr>
              <a:buFontTx/>
              <a:buChar char="•"/>
            </a:pPr>
            <a:r>
              <a:rPr lang="en-US" sz="1890" dirty="0"/>
              <a:t>Spacecraft Tutorial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62902" y="2375607"/>
            <a:ext cx="4445158" cy="1494040"/>
          </a:xfrm>
          <a:prstGeom prst="rect">
            <a:avLst/>
          </a:prstGeom>
          <a:solidFill>
            <a:srgbClr val="FFFF99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lIns="102050" rIns="102050" anchor="ctr"/>
          <a:lstStyle/>
          <a:p>
            <a:pPr marL="216004" indent="-216004" eaLnBrk="0" hangingPunct="0">
              <a:lnSpc>
                <a:spcPts val="2362"/>
              </a:lnSpc>
              <a:spcAft>
                <a:spcPts val="567"/>
              </a:spcAft>
              <a:buClr>
                <a:schemeClr val="bg2"/>
              </a:buClr>
            </a:pPr>
            <a:r>
              <a:rPr lang="en-US" sz="1890" u="sng" dirty="0"/>
              <a:t>Lectures</a:t>
            </a:r>
            <a:r>
              <a:rPr lang="en-US" sz="1890" dirty="0"/>
              <a:t> (21 hours)</a:t>
            </a:r>
          </a:p>
          <a:p>
            <a:pPr marL="216004" indent="-216004" eaLnBrk="0" hangingPunct="0">
              <a:lnSpc>
                <a:spcPts val="2362"/>
              </a:lnSpc>
              <a:buClr>
                <a:schemeClr val="tx1"/>
              </a:buClr>
              <a:buFontTx/>
              <a:buChar char="•"/>
            </a:pPr>
            <a:r>
              <a:rPr lang="en-US" sz="1890" dirty="0"/>
              <a:t>1 hour intro </a:t>
            </a:r>
            <a:endParaRPr lang="en-US" sz="1890" i="1" dirty="0"/>
          </a:p>
          <a:p>
            <a:pPr marL="216004" indent="-216004" eaLnBrk="0" hangingPunct="0">
              <a:lnSpc>
                <a:spcPts val="2362"/>
              </a:lnSpc>
              <a:buClr>
                <a:schemeClr val="tx1"/>
              </a:buClr>
              <a:buFontTx/>
              <a:buChar char="•"/>
            </a:pPr>
            <a:r>
              <a:rPr lang="en-US" sz="1890" dirty="0"/>
              <a:t>10 hours aircraft </a:t>
            </a:r>
            <a:endParaRPr lang="en-US" sz="1890" i="1" dirty="0"/>
          </a:p>
          <a:p>
            <a:pPr marL="216004" indent="-216004" eaLnBrk="0" hangingPunct="0">
              <a:lnSpc>
                <a:spcPts val="2362"/>
              </a:lnSpc>
              <a:buClr>
                <a:schemeClr val="tx1"/>
              </a:buClr>
              <a:buFontTx/>
              <a:buChar char="•"/>
            </a:pPr>
            <a:r>
              <a:rPr lang="en-US" sz="1890" dirty="0"/>
              <a:t>10 hours spacecraft </a:t>
            </a:r>
            <a:endParaRPr lang="en-US" sz="1890" i="1" dirty="0"/>
          </a:p>
        </p:txBody>
      </p:sp>
      <p:pic>
        <p:nvPicPr>
          <p:cNvPr id="7" name="Picture 6" descr="17_math_teacher_welcoming_students_back_to_school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4965" y="1358578"/>
            <a:ext cx="1156532" cy="945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Bekijk de afbeelding op ware grootte">
            <a:hlinkClick r:id="rId5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18645" y="1421581"/>
            <a:ext cx="828022" cy="720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6781492" y="3055126"/>
            <a:ext cx="679519" cy="271507"/>
          </a:xfrm>
          <a:prstGeom prst="rightArrow">
            <a:avLst>
              <a:gd name="adj1" fmla="val 50000"/>
              <a:gd name="adj2" fmla="val 62569"/>
            </a:avLst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590968" y="4231393"/>
            <a:ext cx="9659738" cy="2033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5263" indent="-195263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190500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957263" indent="-190500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3pPr>
            <a:lvl4pPr marL="1338263" indent="-190500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Times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4pPr>
            <a:lvl5pPr marL="1719263" indent="-190500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Times" pitchFamily="18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5pPr>
            <a:lvl6pPr marL="2176463" indent="-190500" algn="l" rtl="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6pPr>
            <a:lvl7pPr marL="2633663" indent="-190500" algn="l" rtl="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7pPr>
            <a:lvl8pPr marL="3090863" indent="-190500" algn="l" rtl="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8pPr>
            <a:lvl9pPr marL="3548063" indent="-190500" algn="l" rtl="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664170" indent="-324006">
              <a:lnSpc>
                <a:spcPct val="120000"/>
              </a:lnSpc>
              <a:spcAft>
                <a:spcPts val="567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You need to enroll on Brightspace for the course (use self-enrollment)</a:t>
            </a:r>
            <a:endParaRPr 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64170" indent="-324006">
              <a:lnSpc>
                <a:spcPct val="120000"/>
              </a:lnSpc>
              <a:spcAft>
                <a:spcPts val="567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Lecture slides (</a:t>
            </a: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some with note pages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will be available on Brightspace</a:t>
            </a:r>
            <a:r>
              <a:rPr lang="en-GB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64170" indent="-324006">
              <a:lnSpc>
                <a:spcPct val="120000"/>
              </a:lnSpc>
              <a:spcAft>
                <a:spcPts val="567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There is no reader. Reference books are indicated on the slides.</a:t>
            </a: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64170" indent="-324006">
              <a:lnSpc>
                <a:spcPct val="120000"/>
              </a:lnSpc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Attending the lectures is crucial for this course!</a:t>
            </a:r>
          </a:p>
        </p:txBody>
      </p:sp>
    </p:spTree>
    <p:extLst>
      <p:ext uri="{BB962C8B-B14F-4D97-AF65-F5344CB8AC3E}">
        <p14:creationId xmlns:p14="http://schemas.microsoft.com/office/powerpoint/2010/main" val="70415222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</a:rPr>
              <a:t>Lecture Plan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164119" y="1541398"/>
            <a:ext cx="864023" cy="864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164119" y="1541398"/>
            <a:ext cx="864023" cy="864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142592" y="1335891"/>
            <a:ext cx="2449566" cy="523515"/>
          </a:xfrm>
          <a:prstGeom prst="rect">
            <a:avLst/>
          </a:prstGeom>
          <a:gradFill rotWithShape="1">
            <a:gsLst>
              <a:gs pos="0">
                <a:srgbClr val="92D050"/>
              </a:gs>
              <a:gs pos="100000">
                <a:srgbClr val="FFC000"/>
              </a:gs>
            </a:gsLst>
            <a:lin ang="0" scaled="1"/>
          </a:gra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890"/>
              <a:t>Introduction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6932139" y="2338083"/>
            <a:ext cx="2449567" cy="864023"/>
          </a:xfrm>
          <a:prstGeom prst="rect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dirty="0"/>
              <a:t>Attitude Determination</a:t>
            </a:r>
          </a:p>
          <a:p>
            <a:pPr algn="ctr">
              <a:spcBef>
                <a:spcPct val="20000"/>
              </a:spcBef>
            </a:pPr>
            <a:r>
              <a:rPr lang="en-US" dirty="0"/>
              <a:t>&amp; Control Subsystem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6932139" y="3515287"/>
            <a:ext cx="2449567" cy="864023"/>
          </a:xfrm>
          <a:prstGeom prst="rect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dirty="0"/>
              <a:t>Communications </a:t>
            </a:r>
          </a:p>
          <a:p>
            <a:pPr algn="ctr">
              <a:spcBef>
                <a:spcPct val="20000"/>
              </a:spcBef>
            </a:pPr>
            <a:r>
              <a:rPr lang="en-US" dirty="0"/>
              <a:t>Subsystem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546549" y="2358591"/>
            <a:ext cx="2449566" cy="864023"/>
          </a:xfrm>
          <a:prstGeom prst="rect">
            <a:avLst/>
          </a:prstGeom>
          <a:solidFill>
            <a:srgbClr val="92D050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890" dirty="0"/>
              <a:t>Sizing of </a:t>
            </a:r>
          </a:p>
          <a:p>
            <a:pPr algn="ctr">
              <a:spcBef>
                <a:spcPct val="20000"/>
              </a:spcBef>
            </a:pPr>
            <a:r>
              <a:rPr lang="en-US" sz="1890" dirty="0"/>
              <a:t>fixed wing aircraft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546549" y="3515287"/>
            <a:ext cx="2449566" cy="864023"/>
          </a:xfrm>
          <a:prstGeom prst="rect">
            <a:avLst/>
          </a:prstGeom>
          <a:solidFill>
            <a:srgbClr val="92D050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marL="510010" lvl="1" indent="-324006">
              <a:buFont typeface="Arial" charset="0"/>
              <a:buChar char="•"/>
            </a:pPr>
            <a:r>
              <a:rPr lang="en-US" sz="1323" dirty="0"/>
              <a:t>Lift and drag estimation</a:t>
            </a:r>
          </a:p>
          <a:p>
            <a:pPr marL="510010" lvl="1" indent="-324006">
              <a:buFont typeface="Arial" charset="0"/>
              <a:buChar char="•"/>
            </a:pPr>
            <a:r>
              <a:rPr lang="en-US" sz="1323" dirty="0"/>
              <a:t>HLD and aileron sizing</a:t>
            </a:r>
          </a:p>
          <a:p>
            <a:pPr marL="510010" lvl="1" indent="-324006">
              <a:buFont typeface="Arial" charset="0"/>
              <a:buChar char="•"/>
            </a:pPr>
            <a:r>
              <a:rPr lang="en-US" sz="1323" dirty="0"/>
              <a:t>Weight estimation</a:t>
            </a:r>
          </a:p>
        </p:txBody>
      </p:sp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0060" y="4785141"/>
            <a:ext cx="1701046" cy="880524"/>
          </a:xfrm>
          <a:prstGeom prst="rect">
            <a:avLst/>
          </a:prstGeom>
          <a:noFill/>
          <a:ln w="31750" algn="ctr">
            <a:solidFill>
              <a:srgbClr val="92D050"/>
            </a:solidFill>
            <a:miter lim="800000"/>
            <a:headEnd/>
            <a:tailEnd/>
          </a:ln>
        </p:spPr>
      </p:pic>
      <p:pic>
        <p:nvPicPr>
          <p:cNvPr id="11" name="Picture 12"/>
          <p:cNvPicPr>
            <a:picLocks noChangeAspect="1" noChangeArrowheads="1"/>
          </p:cNvPicPr>
          <p:nvPr/>
        </p:nvPicPr>
        <p:blipFill>
          <a:blip r:embed="rId4"/>
          <a:srcRect l="52185" t="66054" r="20108"/>
          <a:stretch>
            <a:fillRect/>
          </a:stretch>
        </p:blipFill>
        <p:spPr bwMode="auto">
          <a:xfrm>
            <a:off x="7650660" y="4786642"/>
            <a:ext cx="999027" cy="1021527"/>
          </a:xfrm>
          <a:prstGeom prst="rect">
            <a:avLst/>
          </a:prstGeom>
          <a:noFill/>
          <a:ln w="31750" algn="ctr">
            <a:solidFill>
              <a:srgbClr val="FFC000"/>
            </a:solidFill>
            <a:miter lim="800000"/>
            <a:headEnd/>
            <a:tailEnd/>
          </a:ln>
        </p:spPr>
      </p:pic>
      <p:cxnSp>
        <p:nvCxnSpPr>
          <p:cNvPr id="12" name="AutoShape 13"/>
          <p:cNvCxnSpPr>
            <a:cxnSpLocks noChangeShapeType="1"/>
            <a:stCxn id="5" idx="1"/>
            <a:endCxn id="8" idx="0"/>
          </p:cNvCxnSpPr>
          <p:nvPr/>
        </p:nvCxnSpPr>
        <p:spPr bwMode="auto">
          <a:xfrm rot="10800000" flipV="1">
            <a:off x="4771332" y="1597649"/>
            <a:ext cx="371260" cy="760942"/>
          </a:xfrm>
          <a:prstGeom prst="bentConnector2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3" name="AutoShape 14"/>
          <p:cNvCxnSpPr>
            <a:cxnSpLocks noChangeShapeType="1"/>
            <a:stCxn id="6" idx="2"/>
            <a:endCxn id="7" idx="0"/>
          </p:cNvCxnSpPr>
          <p:nvPr/>
        </p:nvCxnSpPr>
        <p:spPr bwMode="auto">
          <a:xfrm>
            <a:off x="8156923" y="3202106"/>
            <a:ext cx="0" cy="31318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" name="AutoShape 15"/>
          <p:cNvCxnSpPr>
            <a:cxnSpLocks noChangeShapeType="1"/>
            <a:stCxn id="6" idx="0"/>
          </p:cNvCxnSpPr>
          <p:nvPr/>
        </p:nvCxnSpPr>
        <p:spPr bwMode="auto">
          <a:xfrm rot="16200000" flipH="1" flipV="1">
            <a:off x="6190813" y="2639260"/>
            <a:ext cx="2267287" cy="1664932"/>
          </a:xfrm>
          <a:prstGeom prst="bentConnector3">
            <a:avLst>
              <a:gd name="adj1" fmla="val -14076"/>
            </a:avLst>
          </a:prstGeom>
          <a:noFill/>
          <a:ln w="31750">
            <a:solidFill>
              <a:schemeClr val="tx1"/>
            </a:solidFill>
            <a:miter lim="800000"/>
            <a:headEnd type="triangle" w="med" len="med"/>
            <a:tailEnd/>
          </a:ln>
        </p:spPr>
      </p:cxnSp>
      <p:cxnSp>
        <p:nvCxnSpPr>
          <p:cNvPr id="15" name="AutoShape 16"/>
          <p:cNvCxnSpPr>
            <a:cxnSpLocks noChangeShapeType="1"/>
            <a:stCxn id="8" idx="2"/>
            <a:endCxn id="9" idx="0"/>
          </p:cNvCxnSpPr>
          <p:nvPr/>
        </p:nvCxnSpPr>
        <p:spPr bwMode="auto">
          <a:xfrm>
            <a:off x="4771332" y="3222614"/>
            <a:ext cx="0" cy="292672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" name="Rectangle 1"/>
          <p:cNvSpPr/>
          <p:nvPr/>
        </p:nvSpPr>
        <p:spPr bwMode="auto">
          <a:xfrm>
            <a:off x="3378451" y="2149753"/>
            <a:ext cx="2821693" cy="3794498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6748479" y="2142111"/>
            <a:ext cx="2821693" cy="3802139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21" name="TextBox 41"/>
          <p:cNvSpPr txBox="1">
            <a:spLocks noChangeArrowheads="1"/>
          </p:cNvSpPr>
          <p:nvPr/>
        </p:nvSpPr>
        <p:spPr bwMode="auto">
          <a:xfrm rot="16200000">
            <a:off x="2079305" y="2614065"/>
            <a:ext cx="2004032" cy="49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ctr"/>
            <a:r>
              <a:rPr lang="nl-NL" sz="2646" b="1" dirty="0">
                <a:solidFill>
                  <a:srgbClr val="92D050"/>
                </a:solidFill>
              </a:rPr>
              <a:t>AIRCRAFT</a:t>
            </a:r>
          </a:p>
        </p:txBody>
      </p:sp>
      <p:sp>
        <p:nvSpPr>
          <p:cNvPr id="22" name="TextBox 41"/>
          <p:cNvSpPr txBox="1">
            <a:spLocks noChangeArrowheads="1"/>
          </p:cNvSpPr>
          <p:nvPr/>
        </p:nvSpPr>
        <p:spPr bwMode="auto">
          <a:xfrm rot="16200000">
            <a:off x="8549630" y="4444869"/>
            <a:ext cx="2635348" cy="49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ctr"/>
            <a:r>
              <a:rPr lang="nl-NL" sz="2646" b="1" dirty="0">
                <a:solidFill>
                  <a:srgbClr val="FFC000"/>
                </a:solidFill>
              </a:rPr>
              <a:t>SPACECRAFT</a:t>
            </a:r>
          </a:p>
        </p:txBody>
      </p:sp>
      <p:cxnSp>
        <p:nvCxnSpPr>
          <p:cNvPr id="23" name="AutoShape 13"/>
          <p:cNvCxnSpPr>
            <a:cxnSpLocks noChangeShapeType="1"/>
            <a:stCxn id="9" idx="2"/>
          </p:cNvCxnSpPr>
          <p:nvPr/>
        </p:nvCxnSpPr>
        <p:spPr bwMode="auto">
          <a:xfrm rot="16200000" flipH="1">
            <a:off x="5523953" y="3626689"/>
            <a:ext cx="215416" cy="1720658"/>
          </a:xfrm>
          <a:prstGeom prst="bentConnector2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76254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" grpId="0" animBg="1"/>
      <p:bldP spid="20" grpId="0" animBg="1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</a:rPr>
              <a:t>Assessment</a:t>
            </a:r>
          </a:p>
        </p:txBody>
      </p:sp>
      <p:graphicFrame>
        <p:nvGraphicFramePr>
          <p:cNvPr id="3" name="Group 3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071810"/>
              </p:ext>
            </p:extLst>
          </p:nvPr>
        </p:nvGraphicFramePr>
        <p:xfrm>
          <a:off x="2665029" y="1062778"/>
          <a:ext cx="7392004" cy="2069214"/>
        </p:xfrm>
        <a:graphic>
          <a:graphicData uri="http://schemas.openxmlformats.org/drawingml/2006/table">
            <a:tbl>
              <a:tblPr/>
              <a:tblGrid>
                <a:gridCol w="129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5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41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Assessment 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Item</a:t>
                      </a:r>
                    </a:p>
                  </a:txBody>
                  <a:tcPr marL="43201" marR="102050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Aircraft Tutorial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Spacecraft Tutorial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Exam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92D050"/>
                        </a:gs>
                        <a:gs pos="50000">
                          <a:srgbClr val="92D050">
                            <a:tint val="44500"/>
                            <a:satMod val="160000"/>
                          </a:srgbClr>
                        </a:gs>
                        <a:gs pos="100000">
                          <a:srgbClr val="FFC000"/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1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Weight</a:t>
                      </a:r>
                    </a:p>
                  </a:txBody>
                  <a:tcPr marL="43201" marR="102050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1/6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1/6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4/6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92D050"/>
                        </a:gs>
                        <a:gs pos="50000">
                          <a:srgbClr val="92D050">
                            <a:tint val="44500"/>
                            <a:satMod val="160000"/>
                          </a:srgbClr>
                        </a:gs>
                        <a:gs pos="100000">
                          <a:srgbClr val="FFC000"/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1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When?</a:t>
                      </a:r>
                    </a:p>
                  </a:txBody>
                  <a:tcPr marL="43201" marR="102050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Weeks 1.3-1.7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Weeks 1.4-1.7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Week 1.5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92D050"/>
                        </a:gs>
                        <a:gs pos="50000">
                          <a:srgbClr val="92D050">
                            <a:tint val="44500"/>
                            <a:satMod val="160000"/>
                          </a:srgbClr>
                        </a:gs>
                        <a:gs pos="100000">
                          <a:srgbClr val="FFC000"/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79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Notes</a:t>
                      </a:r>
                    </a:p>
                  </a:txBody>
                  <a:tcPr marL="43201" marR="102050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Group</a:t>
                      </a:r>
                      <a:r>
                        <a:rPr kumimoji="0" 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 assignment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(≈5 people per group)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Group</a:t>
                      </a:r>
                      <a:r>
                        <a:rPr kumimoji="0" 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 assignment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(≈5 people per group)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50% Air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Arial" charset="0"/>
                        </a:rPr>
                        <a:t>50% Space</a:t>
                      </a:r>
                    </a:p>
                  </a:txBody>
                  <a:tcPr marL="68033" marR="68033" marT="43201" marB="432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92D050"/>
                        </a:gs>
                        <a:gs pos="50000">
                          <a:srgbClr val="92D050">
                            <a:tint val="44500"/>
                            <a:satMod val="160000"/>
                          </a:srgbClr>
                        </a:gs>
                        <a:gs pos="100000">
                          <a:srgbClr val="FFC000"/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11920" y="3213192"/>
            <a:ext cx="9800656" cy="2585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5263" indent="-195263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190500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957263" indent="-190500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3pPr>
            <a:lvl4pPr marL="1338263" indent="-190500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Times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4pPr>
            <a:lvl5pPr marL="1719263" indent="-190500" algn="l" rtl="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Times" pitchFamily="18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5pPr>
            <a:lvl6pPr marL="2176463" indent="-190500" algn="l" rtl="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6pPr>
            <a:lvl7pPr marL="2633663" indent="-190500" algn="l" rtl="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7pPr>
            <a:lvl8pPr marL="3090863" indent="-190500" algn="l" rtl="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8pPr>
            <a:lvl9pPr marL="3548063" indent="-190500" algn="l" rtl="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-272131">
              <a:lnSpc>
                <a:spcPct val="100000"/>
              </a:lnSpc>
              <a:spcAft>
                <a:spcPts val="567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All assessment items are </a:t>
            </a:r>
            <a:r>
              <a:rPr lang="en-US" b="1" kern="0" dirty="0">
                <a:latin typeface="Calibri" panose="020F0502020204030204" pitchFamily="34" charset="0"/>
                <a:cs typeface="Calibri" panose="020F0502020204030204" pitchFamily="34" charset="0"/>
              </a:rPr>
              <a:t>mandatory</a:t>
            </a:r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 (fail in one of them will result in course fail) </a:t>
            </a:r>
            <a:r>
              <a:rPr lang="en-GB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-272131">
              <a:lnSpc>
                <a:spcPct val="100000"/>
              </a:lnSpc>
              <a:spcAft>
                <a:spcPts val="567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grade of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at least 5.0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must be obtained in each assessment item (if not → course fail)</a:t>
            </a:r>
          </a:p>
          <a:p>
            <a:pPr marL="0" indent="-272131">
              <a:lnSpc>
                <a:spcPct val="100000"/>
              </a:lnSpc>
              <a:spcAft>
                <a:spcPts val="567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US" kern="0" dirty="0">
                <a:latin typeface="Calibri" panose="020F0502020204030204" pitchFamily="34" charset="0"/>
                <a:cs typeface="Calibri" panose="020F0502020204030204" pitchFamily="34" charset="0"/>
              </a:rPr>
              <a:t>One re-take will be offered for each assessment item</a:t>
            </a:r>
            <a:endParaRPr lang="en-US" i="1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-272131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Course Grade = (1/6)*Air Tutorial + (1/6)*Space Tutorial + (4/6)*Exam</a:t>
            </a:r>
          </a:p>
          <a:p>
            <a:pPr marL="510246" lvl="2" indent="-272131">
              <a:lnSpc>
                <a:spcPct val="100000"/>
              </a:lnSpc>
              <a:spcAft>
                <a:spcPts val="567"/>
              </a:spcAft>
              <a:buClr>
                <a:schemeClr val="tx1"/>
              </a:buClr>
              <a:buFont typeface="Arial" pitchFamily="34" charset="0"/>
              <a:buChar char="→"/>
              <a:defRPr/>
            </a:pPr>
            <a:r>
              <a:rPr lang="en-GB" sz="2000" i="1" kern="0" dirty="0">
                <a:latin typeface="Calibri" panose="020F0502020204030204" pitchFamily="34" charset="0"/>
                <a:cs typeface="Calibri" panose="020F0502020204030204" pitchFamily="34" charset="0"/>
              </a:rPr>
              <a:t>Course Grade is rounded off to 1 decimal 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-272131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en-GB" kern="0" dirty="0">
                <a:latin typeface="Calibri" panose="020F0502020204030204" pitchFamily="34" charset="0"/>
                <a:cs typeface="Calibri" panose="020F0502020204030204" pitchFamily="34" charset="0"/>
              </a:rPr>
              <a:t>Remember: this course forms a </a:t>
            </a:r>
            <a:r>
              <a:rPr lang="en-GB" u="sng" kern="0" dirty="0"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r>
              <a:rPr lang="en-GB" kern="0" dirty="0">
                <a:latin typeface="Calibri" panose="020F0502020204030204" pitchFamily="34" charset="0"/>
                <a:cs typeface="Calibri" panose="020F0502020204030204" pitchFamily="34" charset="0"/>
              </a:rPr>
              <a:t> with AE2111-I (System Design) !</a:t>
            </a:r>
          </a:p>
          <a:p>
            <a:pPr marL="510246" lvl="2" indent="-272131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itchFamily="34" charset="0"/>
              <a:buChar char="→"/>
              <a:defRPr/>
            </a:pPr>
            <a:r>
              <a:rPr lang="en-GB" sz="2000" i="1" kern="0" dirty="0">
                <a:latin typeface="Calibri" panose="020F0502020204030204" pitchFamily="34" charset="0"/>
                <a:cs typeface="Calibri" panose="020F0502020204030204" pitchFamily="34" charset="0"/>
              </a:rPr>
              <a:t>Module grade is calculated combining the two course grades (weighted by number of EC)</a:t>
            </a:r>
            <a:endParaRPr lang="en-US" sz="2000" i="1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0171" lvl="1" indent="0">
              <a:lnSpc>
                <a:spcPct val="120000"/>
              </a:lnSpc>
              <a:spcAft>
                <a:spcPts val="0"/>
              </a:spcAft>
              <a:buNone/>
              <a:defRPr/>
            </a:pPr>
            <a:endParaRPr lang="en-US" kern="0" dirty="0"/>
          </a:p>
        </p:txBody>
      </p:sp>
      <p:sp>
        <p:nvSpPr>
          <p:cNvPr id="6" name="TextBox 43"/>
          <p:cNvSpPr txBox="1">
            <a:spLocks noChangeArrowheads="1"/>
          </p:cNvSpPr>
          <p:nvPr/>
        </p:nvSpPr>
        <p:spPr bwMode="auto">
          <a:xfrm>
            <a:off x="3135251" y="5697709"/>
            <a:ext cx="6528702" cy="70788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ct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</a:t>
            </a:r>
            <a:r>
              <a:rPr lang="en-GB" sz="20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Tutorial and exam results are valid </a:t>
            </a:r>
            <a:r>
              <a:rPr lang="en-GB" sz="2000" i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GB" sz="20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A.Y. 2024-2025 (no results will be kept for next A.Y.!)</a:t>
            </a:r>
            <a:endParaRPr lang="nl-NL" sz="20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257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</a:rPr>
              <a:t>Assessment: Examples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590933" y="1044080"/>
            <a:ext cx="9112926" cy="481213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Case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Aircraft tutorial = 7.1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Spacecraft tutorial = 5.8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Written Exam = 5.0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/>
              <a:t>Course Grade = (1/6)*7.1+(1/6)*5.8+(4/6)*5.0 = 5.48 (rounded off to 5.5)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Case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Aircraft tutorial = 8.5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Spacecraft tutorial = </a:t>
            </a:r>
            <a:r>
              <a:rPr lang="en-US" sz="1800" dirty="0">
                <a:solidFill>
                  <a:srgbClr val="FF0000"/>
                </a:solidFill>
              </a:rPr>
              <a:t>3.8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Written Exam = </a:t>
            </a:r>
            <a:r>
              <a:rPr lang="en-US" sz="1800" dirty="0">
                <a:solidFill>
                  <a:srgbClr val="FF0000"/>
                </a:solidFill>
              </a:rPr>
              <a:t>4.1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/>
              <a:t>Course Grade = 4.1 (in case of course fail, Course Grade = highest grade lower than 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Case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Aircraft tutorial = </a:t>
            </a:r>
            <a:r>
              <a:rPr lang="en-US" sz="1800" dirty="0">
                <a:solidFill>
                  <a:srgbClr val="FF0000"/>
                </a:solidFill>
              </a:rPr>
              <a:t>0 </a:t>
            </a:r>
          </a:p>
          <a:p>
            <a:pPr marL="17008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(Aircraft tutorial not delivered, including re-take)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Spacecraft tutorial = 5.8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Grade Written Exam = 8.5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/>
              <a:t>Course Grade = 0.0 (in case of course fail, Course Grade = highest grade lower than 5)</a:t>
            </a:r>
          </a:p>
        </p:txBody>
      </p:sp>
      <p:sp>
        <p:nvSpPr>
          <p:cNvPr id="4" name="AutoShape 9"/>
          <p:cNvSpPr>
            <a:spLocks noChangeArrowheads="1"/>
          </p:cNvSpPr>
          <p:nvPr/>
        </p:nvSpPr>
        <p:spPr bwMode="auto">
          <a:xfrm>
            <a:off x="5374458" y="1648535"/>
            <a:ext cx="679519" cy="271507"/>
          </a:xfrm>
          <a:prstGeom prst="rightArrow">
            <a:avLst>
              <a:gd name="adj1" fmla="val 50000"/>
              <a:gd name="adj2" fmla="val 62569"/>
            </a:avLst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6301688" y="1547306"/>
            <a:ext cx="340198" cy="408174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7" name="TextBox 43"/>
          <p:cNvSpPr txBox="1">
            <a:spLocks noChangeArrowheads="1"/>
          </p:cNvSpPr>
          <p:nvPr/>
        </p:nvSpPr>
        <p:spPr bwMode="auto">
          <a:xfrm>
            <a:off x="6505811" y="1513655"/>
            <a:ext cx="1360818" cy="557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ctr"/>
            <a:r>
              <a:rPr lang="nl-NL" sz="3024" b="1" i="1" dirty="0">
                <a:solidFill>
                  <a:srgbClr val="00B050"/>
                </a:solidFill>
              </a:rPr>
              <a:t>PASS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5409425" y="3303202"/>
            <a:ext cx="679519" cy="271507"/>
          </a:xfrm>
          <a:prstGeom prst="rightArrow">
            <a:avLst>
              <a:gd name="adj1" fmla="val 50000"/>
              <a:gd name="adj2" fmla="val 62569"/>
            </a:avLst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336655" y="3201973"/>
            <a:ext cx="340198" cy="408174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10" name="TextBox 43"/>
          <p:cNvSpPr txBox="1">
            <a:spLocks noChangeArrowheads="1"/>
          </p:cNvSpPr>
          <p:nvPr/>
        </p:nvSpPr>
        <p:spPr bwMode="auto">
          <a:xfrm>
            <a:off x="6540778" y="3168322"/>
            <a:ext cx="1360818" cy="557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ctr"/>
            <a:r>
              <a:rPr lang="nl-NL" sz="3024" b="1" i="1" dirty="0">
                <a:solidFill>
                  <a:srgbClr val="FF0000"/>
                </a:solidFill>
              </a:rPr>
              <a:t>FAIL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6906515" y="5058512"/>
            <a:ext cx="679519" cy="271507"/>
          </a:xfrm>
          <a:prstGeom prst="rightArrow">
            <a:avLst>
              <a:gd name="adj1" fmla="val 50000"/>
              <a:gd name="adj2" fmla="val 62569"/>
            </a:avLst>
          </a:prstGeom>
          <a:noFill/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7833745" y="4957283"/>
            <a:ext cx="340198" cy="408174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13" name="TextBox 43"/>
          <p:cNvSpPr txBox="1">
            <a:spLocks noChangeArrowheads="1"/>
          </p:cNvSpPr>
          <p:nvPr/>
        </p:nvSpPr>
        <p:spPr bwMode="auto">
          <a:xfrm>
            <a:off x="8037868" y="4923632"/>
            <a:ext cx="1360818" cy="557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ctr"/>
            <a:r>
              <a:rPr lang="nl-NL" sz="3024" b="1" i="1" dirty="0">
                <a:solidFill>
                  <a:srgbClr val="FF0000"/>
                </a:solidFill>
              </a:rPr>
              <a:t>FAIL</a:t>
            </a:r>
          </a:p>
        </p:txBody>
      </p:sp>
    </p:spTree>
    <p:extLst>
      <p:ext uri="{BB962C8B-B14F-4D97-AF65-F5344CB8AC3E}">
        <p14:creationId xmlns:p14="http://schemas.microsoft.com/office/powerpoint/2010/main" val="1185809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Arial" panose="020B0604020202020204" pitchFamily="34" charset="0"/>
              </a:rPr>
              <a:t>Dates and Deadlines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590388" y="1033821"/>
            <a:ext cx="9803753" cy="4676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2800" kern="1200" spc="3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" indent="0" fontAlgn="auto">
              <a:spcAft>
                <a:spcPts val="567"/>
              </a:spcAft>
              <a:buFont typeface="Arial" pitchFamily="34" charset="0"/>
              <a:buNone/>
              <a:defRPr/>
            </a:pPr>
            <a:r>
              <a:rPr lang="en-GB" sz="2400" u="sng" dirty="0"/>
              <a:t>Tutorial</a:t>
            </a:r>
            <a:endParaRPr lang="nl-NL" sz="2400" dirty="0"/>
          </a:p>
          <a:p>
            <a:pPr marL="664170" indent="-324006" fontAlgn="auto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dirty="0" err="1"/>
              <a:t>Enrol</a:t>
            </a:r>
            <a:r>
              <a:rPr lang="en-US" sz="2400" dirty="0"/>
              <a:t> in Brightspace and form groups: </a:t>
            </a:r>
            <a:r>
              <a:rPr lang="en-US" sz="2400" b="1" dirty="0"/>
              <a:t>September 4</a:t>
            </a:r>
            <a:r>
              <a:rPr lang="en-US" sz="2400" b="1" baseline="30000" dirty="0"/>
              <a:t>th</a:t>
            </a:r>
            <a:r>
              <a:rPr lang="en-US" sz="2400" b="1" dirty="0"/>
              <a:t> – 16</a:t>
            </a:r>
            <a:r>
              <a:rPr lang="en-US" sz="2400" b="1" baseline="30000" dirty="0"/>
              <a:t>th</a:t>
            </a:r>
            <a:r>
              <a:rPr lang="en-US" sz="2400" b="1" dirty="0"/>
              <a:t> </a:t>
            </a:r>
            <a:r>
              <a:rPr lang="en-GB" sz="2400" dirty="0"/>
              <a:t> </a:t>
            </a:r>
          </a:p>
          <a:p>
            <a:pPr marL="664170" indent="-324006" fontAlgn="auto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b="1" dirty="0">
                <a:solidFill>
                  <a:srgbClr val="FF0000"/>
                </a:solidFill>
              </a:rPr>
              <a:t>Aircraft</a:t>
            </a:r>
            <a:r>
              <a:rPr lang="en-US" sz="2400" dirty="0"/>
              <a:t> assignment made available on Brightspace: </a:t>
            </a:r>
            <a:r>
              <a:rPr lang="en-US" sz="2400" b="1" dirty="0"/>
              <a:t>September 16</a:t>
            </a:r>
            <a:r>
              <a:rPr lang="en-US" sz="2400" b="1" baseline="30000" dirty="0"/>
              <a:t>th</a:t>
            </a:r>
            <a:r>
              <a:rPr lang="en-US" sz="2400" b="1" dirty="0"/>
              <a:t>  </a:t>
            </a:r>
          </a:p>
          <a:p>
            <a:pPr marL="664170" indent="-324006" fontAlgn="auto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b="1" dirty="0">
                <a:solidFill>
                  <a:srgbClr val="FF0000"/>
                </a:solidFill>
              </a:rPr>
              <a:t>Space</a:t>
            </a:r>
            <a:r>
              <a:rPr lang="en-US" sz="2400" dirty="0"/>
              <a:t> assignment made available on Brightspace: </a:t>
            </a:r>
            <a:r>
              <a:rPr lang="en-US" sz="2400" b="1" dirty="0"/>
              <a:t>September 26</a:t>
            </a:r>
            <a:r>
              <a:rPr lang="en-US" sz="2400" b="1" baseline="30000" dirty="0"/>
              <a:t>th</a:t>
            </a:r>
            <a:endParaRPr lang="en-US" sz="2400" dirty="0"/>
          </a:p>
          <a:p>
            <a:pPr marL="664170" indent="-324006" fontAlgn="auto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dirty="0"/>
              <a:t>Deadline for delivering the reports: </a:t>
            </a:r>
            <a:r>
              <a:rPr lang="en-US" sz="2400" b="1" dirty="0"/>
              <a:t>October 21</a:t>
            </a:r>
            <a:r>
              <a:rPr lang="en-US" sz="2400" b="1" baseline="30000" dirty="0"/>
              <a:t>st</a:t>
            </a:r>
            <a:r>
              <a:rPr lang="en-US" sz="2400" b="1" dirty="0"/>
              <a:t> </a:t>
            </a:r>
          </a:p>
          <a:p>
            <a:pPr marL="1158" indent="0" fontAlgn="auto">
              <a:spcBef>
                <a:spcPts val="1200"/>
              </a:spcBef>
              <a:buNone/>
              <a:defRPr/>
            </a:pPr>
            <a:r>
              <a:rPr lang="en-GB" sz="2400" u="sng" dirty="0"/>
              <a:t>Exam</a:t>
            </a:r>
            <a:r>
              <a:rPr lang="en-GB" sz="2400" dirty="0"/>
              <a:t>:</a:t>
            </a:r>
            <a:r>
              <a:rPr lang="nl-NL" sz="2400" dirty="0"/>
              <a:t> </a:t>
            </a:r>
            <a:r>
              <a:rPr lang="en-US" sz="2400" b="1" dirty="0"/>
              <a:t>October 3</a:t>
            </a:r>
            <a:r>
              <a:rPr lang="en-US" sz="2400" b="1" baseline="30000" dirty="0"/>
              <a:t>rd</a:t>
            </a:r>
            <a:endParaRPr lang="en-GB" sz="2400" dirty="0">
              <a:solidFill>
                <a:srgbClr val="FF0000"/>
              </a:solidFill>
            </a:endParaRPr>
          </a:p>
          <a:p>
            <a:pPr marL="1158" indent="0" fontAlgn="auto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GB" sz="2400" u="sng" dirty="0"/>
              <a:t>Re-Sits</a:t>
            </a:r>
            <a:endParaRPr lang="nl-NL" sz="2400" dirty="0"/>
          </a:p>
          <a:p>
            <a:pPr marL="664170" indent="-324006" fontAlgn="auto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dirty="0"/>
              <a:t>Tutorial: </a:t>
            </a:r>
            <a:r>
              <a:rPr lang="en-GB" sz="2400" dirty="0"/>
              <a:t>December 2024 - January 2025 (exact dates will be announced at a later stage)</a:t>
            </a:r>
          </a:p>
          <a:p>
            <a:pPr marL="664170" indent="-324006" fontAlgn="auto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dirty="0"/>
              <a:t>Exam: </a:t>
            </a:r>
            <a:r>
              <a:rPr lang="en-GB" sz="2400" dirty="0"/>
              <a:t>January 2025 (exact date will be announced at a later stage)</a:t>
            </a:r>
            <a:endParaRPr lang="en-US" sz="2400" dirty="0"/>
          </a:p>
        </p:txBody>
      </p:sp>
      <p:sp>
        <p:nvSpPr>
          <p:cNvPr id="8" name="TextBox 43"/>
          <p:cNvSpPr txBox="1">
            <a:spLocks noChangeArrowheads="1"/>
          </p:cNvSpPr>
          <p:nvPr/>
        </p:nvSpPr>
        <p:spPr bwMode="auto">
          <a:xfrm>
            <a:off x="2169461" y="5832179"/>
            <a:ext cx="8184777" cy="461665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ct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</a:t>
            </a:r>
            <a:r>
              <a:rPr lang="en-GB" sz="20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Always keep an eye at </a:t>
            </a:r>
            <a:r>
              <a:rPr lang="en-GB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Brightspace</a:t>
            </a: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announcements!!</a:t>
            </a:r>
            <a:endParaRPr lang="nl-NL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6917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307944" y="1947052"/>
            <a:ext cx="7237696" cy="14295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600" dirty="0">
                <a:latin typeface="Arial" panose="020B0604020202020204" pitchFamily="34" charset="0"/>
              </a:rPr>
              <a:t>Part 2</a:t>
            </a:r>
            <a:br>
              <a:rPr lang="en-US" sz="3600" dirty="0">
                <a:latin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</a:rPr>
              <a:t>Aircraft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161738753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28" y="9249"/>
            <a:ext cx="7824702" cy="71852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Arial" panose="020B0604020202020204" pitchFamily="34" charset="0"/>
              </a:rPr>
              <a:t>The dream planes…</a:t>
            </a:r>
            <a:endParaRPr lang="nl-NL" sz="3600" dirty="0">
              <a:latin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995484" y="985640"/>
            <a:ext cx="7008212" cy="5028260"/>
            <a:chOff x="540053" y="758953"/>
            <a:chExt cx="7225149" cy="51306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818" y="1144934"/>
              <a:ext cx="1686667" cy="127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053" y="2680576"/>
              <a:ext cx="1680000" cy="161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E"/>
                </a:clrFrom>
                <a:clrTo>
                  <a:srgbClr val="FFFF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6671" y="4416220"/>
              <a:ext cx="2140000" cy="147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632" y="4586219"/>
              <a:ext cx="2093334" cy="1303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6230" y="758953"/>
              <a:ext cx="1576667" cy="117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173" y="1515732"/>
              <a:ext cx="1910000" cy="131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1868" y="2973672"/>
              <a:ext cx="2113334" cy="1723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35464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28" y="9249"/>
            <a:ext cx="7824702" cy="71852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Arial" panose="020B0604020202020204" pitchFamily="34" charset="0"/>
              </a:rPr>
              <a:t>The dream planes…</a:t>
            </a:r>
            <a:endParaRPr lang="nl-NL" sz="3600" dirty="0">
              <a:latin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995484" y="985640"/>
            <a:ext cx="7008212" cy="5028260"/>
            <a:chOff x="540053" y="758953"/>
            <a:chExt cx="7225149" cy="51306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818" y="1144934"/>
              <a:ext cx="1686667" cy="127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053" y="2680576"/>
              <a:ext cx="1680000" cy="161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E"/>
                </a:clrFrom>
                <a:clrTo>
                  <a:srgbClr val="FFFF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6671" y="4416220"/>
              <a:ext cx="2140000" cy="147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632" y="4586219"/>
              <a:ext cx="2093334" cy="1303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6230" y="758953"/>
              <a:ext cx="1576667" cy="1173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173" y="1515732"/>
              <a:ext cx="1910000" cy="131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1868" y="2973672"/>
              <a:ext cx="2113334" cy="1723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0"/>
          <p:cNvGrpSpPr/>
          <p:nvPr/>
        </p:nvGrpSpPr>
        <p:grpSpPr>
          <a:xfrm>
            <a:off x="4668928" y="2148918"/>
            <a:ext cx="3141251" cy="2657841"/>
            <a:chOff x="2799530" y="2103438"/>
            <a:chExt cx="3324401" cy="2812806"/>
          </a:xfrm>
        </p:grpSpPr>
        <p:pic>
          <p:nvPicPr>
            <p:cNvPr id="12" name="Picture 3"/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10086">
              <a:off x="3508462" y="2852625"/>
              <a:ext cx="2127508" cy="165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ight Arrow 12"/>
            <p:cNvSpPr/>
            <p:nvPr/>
          </p:nvSpPr>
          <p:spPr bwMode="auto">
            <a:xfrm>
              <a:off x="2799530" y="3484787"/>
              <a:ext cx="382201" cy="2904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4" name="Right Arrow 13"/>
            <p:cNvSpPr/>
            <p:nvPr/>
          </p:nvSpPr>
          <p:spPr bwMode="auto">
            <a:xfrm rot="3295572">
              <a:off x="3385866" y="2486822"/>
              <a:ext cx="382201" cy="2904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5" name="Right Arrow 14"/>
            <p:cNvSpPr/>
            <p:nvPr/>
          </p:nvSpPr>
          <p:spPr bwMode="auto">
            <a:xfrm rot="18664467">
              <a:off x="3755621" y="4431731"/>
              <a:ext cx="382201" cy="2904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6" name="Right Arrow 15"/>
            <p:cNvSpPr/>
            <p:nvPr/>
          </p:nvSpPr>
          <p:spPr bwMode="auto">
            <a:xfrm rot="14609978">
              <a:off x="5028190" y="4579913"/>
              <a:ext cx="382201" cy="2904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7" name="Right Arrow 16"/>
            <p:cNvSpPr/>
            <p:nvPr/>
          </p:nvSpPr>
          <p:spPr bwMode="auto">
            <a:xfrm rot="11258110">
              <a:off x="5741730" y="3690499"/>
              <a:ext cx="382201" cy="2904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8" name="Right Arrow 17"/>
            <p:cNvSpPr/>
            <p:nvPr/>
          </p:nvSpPr>
          <p:spPr bwMode="auto">
            <a:xfrm rot="9055811">
              <a:off x="5626603" y="2639460"/>
              <a:ext cx="382201" cy="2904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9" name="Right Arrow 18"/>
            <p:cNvSpPr/>
            <p:nvPr/>
          </p:nvSpPr>
          <p:spPr bwMode="auto">
            <a:xfrm rot="5577887">
              <a:off x="4554817" y="2149308"/>
              <a:ext cx="382201" cy="29046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6020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Arrow Connector 47"/>
          <p:cNvCxnSpPr>
            <a:stCxn id="16" idx="0"/>
          </p:cNvCxnSpPr>
          <p:nvPr/>
        </p:nvCxnSpPr>
        <p:spPr bwMode="auto">
          <a:xfrm flipV="1">
            <a:off x="2742556" y="2826671"/>
            <a:ext cx="0" cy="27811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2238968" y="2274113"/>
            <a:ext cx="1566341" cy="55771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12" dirty="0"/>
              <a:t>Class I weight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5309" y="2826671"/>
            <a:ext cx="2109268" cy="172117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Fuselage sizing</a:t>
            </a:r>
          </a:p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Engine sizing</a:t>
            </a:r>
          </a:p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Wing sizing</a:t>
            </a:r>
          </a:p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tail sizing</a:t>
            </a:r>
          </a:p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gear positioning</a:t>
            </a:r>
          </a:p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Aero analysis</a:t>
            </a:r>
          </a:p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HLD &amp; CS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14577" y="4542511"/>
            <a:ext cx="1667702" cy="55771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12" dirty="0"/>
              <a:t>Class II weight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9918" y="1152227"/>
            <a:ext cx="2544286" cy="49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23" dirty="0"/>
              <a:t>Mission definition, fuel fractions</a:t>
            </a:r>
          </a:p>
          <a:p>
            <a:r>
              <a:rPr lang="en-US" sz="1323" dirty="0"/>
              <a:t>L/D, SFC, OEW/MTOW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0524" y="4687921"/>
            <a:ext cx="938698" cy="26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34" dirty="0"/>
              <a:t>OEW, </a:t>
            </a:r>
            <a:r>
              <a:rPr lang="en-US" sz="1134" dirty="0" err="1"/>
              <a:t>c.g.</a:t>
            </a:r>
            <a:r>
              <a:rPr lang="en-US" sz="1134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2279" y="5095069"/>
            <a:ext cx="2317923" cy="1255793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Tail sizing &amp; positioning</a:t>
            </a:r>
          </a:p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Wing positioning</a:t>
            </a:r>
          </a:p>
          <a:p>
            <a:pPr marL="270005" indent="-270005">
              <a:buFont typeface="Arial" pitchFamily="34" charset="0"/>
              <a:buChar char="•"/>
            </a:pPr>
            <a:r>
              <a:rPr lang="en-US" sz="1512" dirty="0"/>
              <a:t>Landing gear 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6065" y="2419522"/>
            <a:ext cx="189507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4" dirty="0"/>
              <a:t>OEW, MTOW, Fuel 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9502" y="3553721"/>
            <a:ext cx="915635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4" dirty="0" err="1"/>
              <a:t>threeviews</a:t>
            </a:r>
            <a:r>
              <a:rPr lang="en-US" sz="1134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709" y="4687921"/>
            <a:ext cx="572902" cy="2668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34" dirty="0"/>
              <a:t>OEW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036" y="5560795"/>
            <a:ext cx="2105541" cy="6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34" dirty="0"/>
              <a:t>Tail size and position, wing position, landing gear position</a:t>
            </a:r>
          </a:p>
          <a:p>
            <a:endParaRPr lang="en-US" sz="1134" dirty="0"/>
          </a:p>
        </p:txBody>
      </p:sp>
      <p:sp>
        <p:nvSpPr>
          <p:cNvPr id="15" name="TextBox 14"/>
          <p:cNvSpPr txBox="1"/>
          <p:nvPr/>
        </p:nvSpPr>
        <p:spPr>
          <a:xfrm>
            <a:off x="2399706" y="3422852"/>
            <a:ext cx="782587" cy="26686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34" dirty="0"/>
              <a:t>L/D, SFC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1709" y="5607820"/>
            <a:ext cx="410690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4" dirty="0"/>
              <a:t>L/D</a:t>
            </a:r>
          </a:p>
        </p:txBody>
      </p:sp>
      <p:cxnSp>
        <p:nvCxnSpPr>
          <p:cNvPr id="18" name="Straight Arrow Connector 17"/>
          <p:cNvCxnSpPr>
            <a:stCxn id="4" idx="3"/>
            <a:endCxn id="11" idx="1"/>
          </p:cNvCxnSpPr>
          <p:nvPr/>
        </p:nvCxnSpPr>
        <p:spPr bwMode="auto">
          <a:xfrm flipV="1">
            <a:off x="5914577" y="3684591"/>
            <a:ext cx="374925" cy="290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>
            <a:stCxn id="11" idx="2"/>
            <a:endCxn id="5" idx="0"/>
          </p:cNvCxnSpPr>
          <p:nvPr/>
        </p:nvCxnSpPr>
        <p:spPr bwMode="auto">
          <a:xfrm>
            <a:off x="6745969" y="3815459"/>
            <a:ext cx="2460" cy="7270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>
            <a:stCxn id="3" idx="3"/>
          </p:cNvCxnSpPr>
          <p:nvPr/>
        </p:nvCxnSpPr>
        <p:spPr bwMode="auto">
          <a:xfrm>
            <a:off x="3805309" y="2550392"/>
            <a:ext cx="483264" cy="16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Elbow Connector 23"/>
          <p:cNvCxnSpPr>
            <a:stCxn id="10" idx="3"/>
            <a:endCxn id="11" idx="0"/>
          </p:cNvCxnSpPr>
          <p:nvPr/>
        </p:nvCxnSpPr>
        <p:spPr bwMode="auto">
          <a:xfrm>
            <a:off x="6108774" y="2550391"/>
            <a:ext cx="637195" cy="100333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Arrow Connector 25"/>
          <p:cNvCxnSpPr>
            <a:stCxn id="10" idx="2"/>
          </p:cNvCxnSpPr>
          <p:nvPr/>
        </p:nvCxnSpPr>
        <p:spPr bwMode="auto">
          <a:xfrm>
            <a:off x="5182419" y="2681260"/>
            <a:ext cx="0" cy="145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>
            <a:stCxn id="5" idx="3"/>
            <a:endCxn id="7" idx="1"/>
          </p:cNvCxnSpPr>
          <p:nvPr/>
        </p:nvCxnSpPr>
        <p:spPr bwMode="auto">
          <a:xfrm>
            <a:off x="7582279" y="4818790"/>
            <a:ext cx="40824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Arrow Connector 30"/>
          <p:cNvCxnSpPr>
            <a:stCxn id="7" idx="2"/>
          </p:cNvCxnSpPr>
          <p:nvPr/>
        </p:nvCxnSpPr>
        <p:spPr bwMode="auto">
          <a:xfrm flipH="1">
            <a:off x="8459873" y="4949659"/>
            <a:ext cx="1" cy="145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>
            <a:stCxn id="9" idx="1"/>
          </p:cNvCxnSpPr>
          <p:nvPr/>
        </p:nvCxnSpPr>
        <p:spPr bwMode="auto">
          <a:xfrm flipH="1" flipV="1">
            <a:off x="5914577" y="5720333"/>
            <a:ext cx="1667702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>
            <a:stCxn id="14" idx="0"/>
            <a:endCxn id="4" idx="2"/>
          </p:cNvCxnSpPr>
          <p:nvPr/>
        </p:nvCxnSpPr>
        <p:spPr bwMode="auto">
          <a:xfrm flipH="1" flipV="1">
            <a:off x="4859943" y="4600675"/>
            <a:ext cx="1864" cy="9601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Straight Arrow Connector 36"/>
          <p:cNvCxnSpPr>
            <a:stCxn id="5" idx="1"/>
            <a:endCxn id="13" idx="3"/>
          </p:cNvCxnSpPr>
          <p:nvPr/>
        </p:nvCxnSpPr>
        <p:spPr bwMode="auto">
          <a:xfrm flipH="1">
            <a:off x="3114611" y="4818790"/>
            <a:ext cx="27999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Straight Arrow Connector 43"/>
          <p:cNvCxnSpPr/>
          <p:nvPr/>
        </p:nvCxnSpPr>
        <p:spPr bwMode="auto">
          <a:xfrm flipH="1">
            <a:off x="2966351" y="5734873"/>
            <a:ext cx="838958" cy="38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Straight Arrow Connector 49"/>
          <p:cNvCxnSpPr>
            <a:endCxn id="15" idx="3"/>
          </p:cNvCxnSpPr>
          <p:nvPr/>
        </p:nvCxnSpPr>
        <p:spPr bwMode="auto">
          <a:xfrm flipH="1">
            <a:off x="3131301" y="3553721"/>
            <a:ext cx="67400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Arrow Connector 54"/>
          <p:cNvCxnSpPr/>
          <p:nvPr/>
        </p:nvCxnSpPr>
        <p:spPr bwMode="auto">
          <a:xfrm>
            <a:off x="2765503" y="1646620"/>
            <a:ext cx="0" cy="6274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2122799" y="1190600"/>
            <a:ext cx="8146615" cy="2878239"/>
            <a:chOff x="4910348" y="2519024"/>
            <a:chExt cx="8621601" cy="3046054"/>
          </a:xfrm>
        </p:grpSpPr>
        <p:sp>
          <p:nvSpPr>
            <p:cNvPr id="2" name="Rectangle 1"/>
            <p:cNvSpPr/>
            <p:nvPr/>
          </p:nvSpPr>
          <p:spPr bwMode="auto">
            <a:xfrm>
              <a:off x="4910348" y="2519024"/>
              <a:ext cx="5399933" cy="3046054"/>
            </a:xfrm>
            <a:custGeom>
              <a:avLst/>
              <a:gdLst>
                <a:gd name="connsiteX0" fmla="*/ 0 w 4141276"/>
                <a:gd name="connsiteY0" fmla="*/ 0 h 3614883"/>
                <a:gd name="connsiteX1" fmla="*/ 4141276 w 4141276"/>
                <a:gd name="connsiteY1" fmla="*/ 0 h 3614883"/>
                <a:gd name="connsiteX2" fmla="*/ 4141276 w 4141276"/>
                <a:gd name="connsiteY2" fmla="*/ 3614883 h 3614883"/>
                <a:gd name="connsiteX3" fmla="*/ 0 w 4141276"/>
                <a:gd name="connsiteY3" fmla="*/ 3614883 h 3614883"/>
                <a:gd name="connsiteX4" fmla="*/ 0 w 4141276"/>
                <a:gd name="connsiteY4" fmla="*/ 0 h 3614883"/>
                <a:gd name="connsiteX0" fmla="*/ 0 w 4141276"/>
                <a:gd name="connsiteY0" fmla="*/ 0 h 3614883"/>
                <a:gd name="connsiteX1" fmla="*/ 4141276 w 4141276"/>
                <a:gd name="connsiteY1" fmla="*/ 0 h 3614883"/>
                <a:gd name="connsiteX2" fmla="*/ 4141276 w 4141276"/>
                <a:gd name="connsiteY2" fmla="*/ 3614883 h 3614883"/>
                <a:gd name="connsiteX3" fmla="*/ 1774209 w 4141276"/>
                <a:gd name="connsiteY3" fmla="*/ 1854322 h 3614883"/>
                <a:gd name="connsiteX4" fmla="*/ 0 w 4141276"/>
                <a:gd name="connsiteY4" fmla="*/ 0 h 3614883"/>
                <a:gd name="connsiteX0" fmla="*/ 0 w 4141276"/>
                <a:gd name="connsiteY0" fmla="*/ 0 h 3614883"/>
                <a:gd name="connsiteX1" fmla="*/ 4141276 w 4141276"/>
                <a:gd name="connsiteY1" fmla="*/ 0 h 3614883"/>
                <a:gd name="connsiteX2" fmla="*/ 4141276 w 4141276"/>
                <a:gd name="connsiteY2" fmla="*/ 3614883 h 3614883"/>
                <a:gd name="connsiteX3" fmla="*/ 1774209 w 4141276"/>
                <a:gd name="connsiteY3" fmla="*/ 1854322 h 3614883"/>
                <a:gd name="connsiteX4" fmla="*/ 0 w 4141276"/>
                <a:gd name="connsiteY4" fmla="*/ 0 h 3614883"/>
                <a:gd name="connsiteX0" fmla="*/ 135397 w 4276673"/>
                <a:gd name="connsiteY0" fmla="*/ 0 h 3614883"/>
                <a:gd name="connsiteX1" fmla="*/ 4276673 w 4276673"/>
                <a:gd name="connsiteY1" fmla="*/ 0 h 3614883"/>
                <a:gd name="connsiteX2" fmla="*/ 4276673 w 4276673"/>
                <a:gd name="connsiteY2" fmla="*/ 3614883 h 3614883"/>
                <a:gd name="connsiteX3" fmla="*/ 1909606 w 4276673"/>
                <a:gd name="connsiteY3" fmla="*/ 1854322 h 3614883"/>
                <a:gd name="connsiteX4" fmla="*/ 135397 w 4276673"/>
                <a:gd name="connsiteY4" fmla="*/ 0 h 3614883"/>
                <a:gd name="connsiteX0" fmla="*/ 135397 w 4276673"/>
                <a:gd name="connsiteY0" fmla="*/ 0 h 3614883"/>
                <a:gd name="connsiteX1" fmla="*/ 4276673 w 4276673"/>
                <a:gd name="connsiteY1" fmla="*/ 0 h 3614883"/>
                <a:gd name="connsiteX2" fmla="*/ 4276673 w 4276673"/>
                <a:gd name="connsiteY2" fmla="*/ 3614883 h 3614883"/>
                <a:gd name="connsiteX3" fmla="*/ 1909606 w 4276673"/>
                <a:gd name="connsiteY3" fmla="*/ 1854322 h 3614883"/>
                <a:gd name="connsiteX4" fmla="*/ 135397 w 4276673"/>
                <a:gd name="connsiteY4" fmla="*/ 0 h 3614883"/>
                <a:gd name="connsiteX0" fmla="*/ 135397 w 4276673"/>
                <a:gd name="connsiteY0" fmla="*/ 0 h 3614883"/>
                <a:gd name="connsiteX1" fmla="*/ 4276673 w 4276673"/>
                <a:gd name="connsiteY1" fmla="*/ 0 h 3614883"/>
                <a:gd name="connsiteX2" fmla="*/ 4276673 w 4276673"/>
                <a:gd name="connsiteY2" fmla="*/ 3614883 h 3614883"/>
                <a:gd name="connsiteX3" fmla="*/ 1909606 w 4276673"/>
                <a:gd name="connsiteY3" fmla="*/ 1854322 h 3614883"/>
                <a:gd name="connsiteX4" fmla="*/ 135397 w 4276673"/>
                <a:gd name="connsiteY4" fmla="*/ 0 h 3614883"/>
                <a:gd name="connsiteX0" fmla="*/ 0 w 4141276"/>
                <a:gd name="connsiteY0" fmla="*/ 0 h 3614883"/>
                <a:gd name="connsiteX1" fmla="*/ 4141276 w 4141276"/>
                <a:gd name="connsiteY1" fmla="*/ 0 h 3614883"/>
                <a:gd name="connsiteX2" fmla="*/ 4141276 w 4141276"/>
                <a:gd name="connsiteY2" fmla="*/ 3614883 h 3614883"/>
                <a:gd name="connsiteX3" fmla="*/ 1774209 w 4141276"/>
                <a:gd name="connsiteY3" fmla="*/ 1854322 h 3614883"/>
                <a:gd name="connsiteX4" fmla="*/ 0 w 4141276"/>
                <a:gd name="connsiteY4" fmla="*/ 0 h 3614883"/>
                <a:gd name="connsiteX0" fmla="*/ 285883 w 4427159"/>
                <a:gd name="connsiteY0" fmla="*/ 0 h 3614883"/>
                <a:gd name="connsiteX1" fmla="*/ 4427159 w 4427159"/>
                <a:gd name="connsiteY1" fmla="*/ 0 h 3614883"/>
                <a:gd name="connsiteX2" fmla="*/ 4427159 w 4427159"/>
                <a:gd name="connsiteY2" fmla="*/ 3614883 h 3614883"/>
                <a:gd name="connsiteX3" fmla="*/ 2060092 w 4427159"/>
                <a:gd name="connsiteY3" fmla="*/ 1854322 h 3614883"/>
                <a:gd name="connsiteX4" fmla="*/ 415495 w 4427159"/>
                <a:gd name="connsiteY4" fmla="*/ 1796134 h 3614883"/>
                <a:gd name="connsiteX5" fmla="*/ 285883 w 4427159"/>
                <a:gd name="connsiteY5" fmla="*/ 0 h 3614883"/>
                <a:gd name="connsiteX0" fmla="*/ 233802 w 4375078"/>
                <a:gd name="connsiteY0" fmla="*/ 0 h 3614883"/>
                <a:gd name="connsiteX1" fmla="*/ 4375078 w 4375078"/>
                <a:gd name="connsiteY1" fmla="*/ 0 h 3614883"/>
                <a:gd name="connsiteX2" fmla="*/ 4375078 w 4375078"/>
                <a:gd name="connsiteY2" fmla="*/ 3614883 h 3614883"/>
                <a:gd name="connsiteX3" fmla="*/ 2008011 w 4375078"/>
                <a:gd name="connsiteY3" fmla="*/ 1854322 h 3614883"/>
                <a:gd name="connsiteX4" fmla="*/ 363414 w 4375078"/>
                <a:gd name="connsiteY4" fmla="*/ 1796134 h 3614883"/>
                <a:gd name="connsiteX5" fmla="*/ 233802 w 4375078"/>
                <a:gd name="connsiteY5" fmla="*/ 0 h 3614883"/>
                <a:gd name="connsiteX0" fmla="*/ 233802 w 4375078"/>
                <a:gd name="connsiteY0" fmla="*/ 0 h 3614883"/>
                <a:gd name="connsiteX1" fmla="*/ 4375078 w 4375078"/>
                <a:gd name="connsiteY1" fmla="*/ 0 h 3614883"/>
                <a:gd name="connsiteX2" fmla="*/ 4375078 w 4375078"/>
                <a:gd name="connsiteY2" fmla="*/ 3614883 h 3614883"/>
                <a:gd name="connsiteX3" fmla="*/ 2008011 w 4375078"/>
                <a:gd name="connsiteY3" fmla="*/ 1854322 h 3614883"/>
                <a:gd name="connsiteX4" fmla="*/ 363414 w 4375078"/>
                <a:gd name="connsiteY4" fmla="*/ 1796134 h 3614883"/>
                <a:gd name="connsiteX5" fmla="*/ 233802 w 4375078"/>
                <a:gd name="connsiteY5" fmla="*/ 0 h 3614883"/>
                <a:gd name="connsiteX0" fmla="*/ 233802 w 4375078"/>
                <a:gd name="connsiteY0" fmla="*/ 0 h 3614883"/>
                <a:gd name="connsiteX1" fmla="*/ 4375078 w 4375078"/>
                <a:gd name="connsiteY1" fmla="*/ 0 h 3614883"/>
                <a:gd name="connsiteX2" fmla="*/ 4375078 w 4375078"/>
                <a:gd name="connsiteY2" fmla="*/ 3614883 h 3614883"/>
                <a:gd name="connsiteX3" fmla="*/ 2008011 w 4375078"/>
                <a:gd name="connsiteY3" fmla="*/ 1854322 h 3614883"/>
                <a:gd name="connsiteX4" fmla="*/ 363414 w 4375078"/>
                <a:gd name="connsiteY4" fmla="*/ 1796134 h 3614883"/>
                <a:gd name="connsiteX5" fmla="*/ 233802 w 4375078"/>
                <a:gd name="connsiteY5" fmla="*/ 0 h 3614883"/>
                <a:gd name="connsiteX0" fmla="*/ 233802 w 4375078"/>
                <a:gd name="connsiteY0" fmla="*/ 0 h 3614883"/>
                <a:gd name="connsiteX1" fmla="*/ 4375078 w 4375078"/>
                <a:gd name="connsiteY1" fmla="*/ 0 h 3614883"/>
                <a:gd name="connsiteX2" fmla="*/ 4375078 w 4375078"/>
                <a:gd name="connsiteY2" fmla="*/ 3614883 h 3614883"/>
                <a:gd name="connsiteX3" fmla="*/ 2008011 w 4375078"/>
                <a:gd name="connsiteY3" fmla="*/ 1854322 h 3614883"/>
                <a:gd name="connsiteX4" fmla="*/ 363414 w 4375078"/>
                <a:gd name="connsiteY4" fmla="*/ 1796134 h 3614883"/>
                <a:gd name="connsiteX5" fmla="*/ 233802 w 4375078"/>
                <a:gd name="connsiteY5" fmla="*/ 0 h 3614883"/>
                <a:gd name="connsiteX0" fmla="*/ 233802 w 4375078"/>
                <a:gd name="connsiteY0" fmla="*/ 0 h 3907335"/>
                <a:gd name="connsiteX1" fmla="*/ 4375078 w 4375078"/>
                <a:gd name="connsiteY1" fmla="*/ 0 h 3907335"/>
                <a:gd name="connsiteX2" fmla="*/ 4375078 w 4375078"/>
                <a:gd name="connsiteY2" fmla="*/ 3614883 h 3907335"/>
                <a:gd name="connsiteX3" fmla="*/ 2042089 w 4375078"/>
                <a:gd name="connsiteY3" fmla="*/ 3597638 h 3907335"/>
                <a:gd name="connsiteX4" fmla="*/ 2008011 w 4375078"/>
                <a:gd name="connsiteY4" fmla="*/ 1854322 h 3907335"/>
                <a:gd name="connsiteX5" fmla="*/ 363414 w 4375078"/>
                <a:gd name="connsiteY5" fmla="*/ 1796134 h 3907335"/>
                <a:gd name="connsiteX6" fmla="*/ 233802 w 4375078"/>
                <a:gd name="connsiteY6" fmla="*/ 0 h 3907335"/>
                <a:gd name="connsiteX0" fmla="*/ 233802 w 4375078"/>
                <a:gd name="connsiteY0" fmla="*/ 0 h 3907335"/>
                <a:gd name="connsiteX1" fmla="*/ 4375078 w 4375078"/>
                <a:gd name="connsiteY1" fmla="*/ 0 h 3907335"/>
                <a:gd name="connsiteX2" fmla="*/ 4375078 w 4375078"/>
                <a:gd name="connsiteY2" fmla="*/ 3614883 h 3907335"/>
                <a:gd name="connsiteX3" fmla="*/ 2042089 w 4375078"/>
                <a:gd name="connsiteY3" fmla="*/ 3597638 h 3907335"/>
                <a:gd name="connsiteX4" fmla="*/ 2008011 w 4375078"/>
                <a:gd name="connsiteY4" fmla="*/ 1854322 h 3907335"/>
                <a:gd name="connsiteX5" fmla="*/ 363414 w 4375078"/>
                <a:gd name="connsiteY5" fmla="*/ 1796134 h 3907335"/>
                <a:gd name="connsiteX6" fmla="*/ 233802 w 4375078"/>
                <a:gd name="connsiteY6" fmla="*/ 0 h 3907335"/>
                <a:gd name="connsiteX0" fmla="*/ 233802 w 4375078"/>
                <a:gd name="connsiteY0" fmla="*/ 0 h 3822341"/>
                <a:gd name="connsiteX1" fmla="*/ 4375078 w 4375078"/>
                <a:gd name="connsiteY1" fmla="*/ 0 h 3822341"/>
                <a:gd name="connsiteX2" fmla="*/ 4375078 w 4375078"/>
                <a:gd name="connsiteY2" fmla="*/ 3614883 h 3822341"/>
                <a:gd name="connsiteX3" fmla="*/ 2042089 w 4375078"/>
                <a:gd name="connsiteY3" fmla="*/ 3597638 h 3822341"/>
                <a:gd name="connsiteX4" fmla="*/ 2008011 w 4375078"/>
                <a:gd name="connsiteY4" fmla="*/ 1854322 h 3822341"/>
                <a:gd name="connsiteX5" fmla="*/ 363414 w 4375078"/>
                <a:gd name="connsiteY5" fmla="*/ 1796134 h 3822341"/>
                <a:gd name="connsiteX6" fmla="*/ 233802 w 4375078"/>
                <a:gd name="connsiteY6" fmla="*/ 0 h 3822341"/>
                <a:gd name="connsiteX0" fmla="*/ 233802 w 4375078"/>
                <a:gd name="connsiteY0" fmla="*/ 0 h 3822341"/>
                <a:gd name="connsiteX1" fmla="*/ 4375078 w 4375078"/>
                <a:gd name="connsiteY1" fmla="*/ 0 h 3822341"/>
                <a:gd name="connsiteX2" fmla="*/ 4375078 w 4375078"/>
                <a:gd name="connsiteY2" fmla="*/ 3614883 h 3822341"/>
                <a:gd name="connsiteX3" fmla="*/ 2042089 w 4375078"/>
                <a:gd name="connsiteY3" fmla="*/ 3597638 h 3822341"/>
                <a:gd name="connsiteX4" fmla="*/ 2008011 w 4375078"/>
                <a:gd name="connsiteY4" fmla="*/ 1854322 h 3822341"/>
                <a:gd name="connsiteX5" fmla="*/ 363414 w 4375078"/>
                <a:gd name="connsiteY5" fmla="*/ 1796134 h 3822341"/>
                <a:gd name="connsiteX6" fmla="*/ 233802 w 4375078"/>
                <a:gd name="connsiteY6" fmla="*/ 0 h 3822341"/>
                <a:gd name="connsiteX0" fmla="*/ 233802 w 4375308"/>
                <a:gd name="connsiteY0" fmla="*/ 0 h 3614909"/>
                <a:gd name="connsiteX1" fmla="*/ 4375078 w 4375308"/>
                <a:gd name="connsiteY1" fmla="*/ 0 h 3614909"/>
                <a:gd name="connsiteX2" fmla="*/ 4375078 w 4375308"/>
                <a:gd name="connsiteY2" fmla="*/ 3614883 h 3614909"/>
                <a:gd name="connsiteX3" fmla="*/ 2042089 w 4375308"/>
                <a:gd name="connsiteY3" fmla="*/ 3597638 h 3614909"/>
                <a:gd name="connsiteX4" fmla="*/ 2008011 w 4375308"/>
                <a:gd name="connsiteY4" fmla="*/ 1854322 h 3614909"/>
                <a:gd name="connsiteX5" fmla="*/ 363414 w 4375308"/>
                <a:gd name="connsiteY5" fmla="*/ 1796134 h 3614909"/>
                <a:gd name="connsiteX6" fmla="*/ 233802 w 4375308"/>
                <a:gd name="connsiteY6" fmla="*/ 0 h 3614909"/>
                <a:gd name="connsiteX0" fmla="*/ 0 w 4141506"/>
                <a:gd name="connsiteY0" fmla="*/ 320 h 3615229"/>
                <a:gd name="connsiteX1" fmla="*/ 4141276 w 4141506"/>
                <a:gd name="connsiteY1" fmla="*/ 320 h 3615229"/>
                <a:gd name="connsiteX2" fmla="*/ 4141276 w 4141506"/>
                <a:gd name="connsiteY2" fmla="*/ 3615203 h 3615229"/>
                <a:gd name="connsiteX3" fmla="*/ 1808287 w 4141506"/>
                <a:gd name="connsiteY3" fmla="*/ 3597958 h 3615229"/>
                <a:gd name="connsiteX4" fmla="*/ 1774209 w 4141506"/>
                <a:gd name="connsiteY4" fmla="*/ 1854642 h 3615229"/>
                <a:gd name="connsiteX5" fmla="*/ 129612 w 4141506"/>
                <a:gd name="connsiteY5" fmla="*/ 1796454 h 3615229"/>
                <a:gd name="connsiteX6" fmla="*/ 0 w 4141506"/>
                <a:gd name="connsiteY6" fmla="*/ 320 h 3615229"/>
                <a:gd name="connsiteX0" fmla="*/ 0 w 4141506"/>
                <a:gd name="connsiteY0" fmla="*/ 316 h 3615225"/>
                <a:gd name="connsiteX1" fmla="*/ 4141276 w 4141506"/>
                <a:gd name="connsiteY1" fmla="*/ 316 h 3615225"/>
                <a:gd name="connsiteX2" fmla="*/ 4141276 w 4141506"/>
                <a:gd name="connsiteY2" fmla="*/ 3615199 h 3615225"/>
                <a:gd name="connsiteX3" fmla="*/ 1808287 w 4141506"/>
                <a:gd name="connsiteY3" fmla="*/ 3597954 h 3615225"/>
                <a:gd name="connsiteX4" fmla="*/ 1774209 w 4141506"/>
                <a:gd name="connsiteY4" fmla="*/ 1854638 h 3615225"/>
                <a:gd name="connsiteX5" fmla="*/ 75021 w 4141506"/>
                <a:gd name="connsiteY5" fmla="*/ 1823745 h 3615225"/>
                <a:gd name="connsiteX6" fmla="*/ 0 w 4141506"/>
                <a:gd name="connsiteY6" fmla="*/ 316 h 3615225"/>
                <a:gd name="connsiteX0" fmla="*/ 8662 w 4095577"/>
                <a:gd name="connsiteY0" fmla="*/ 316 h 3615225"/>
                <a:gd name="connsiteX1" fmla="*/ 4095347 w 4095577"/>
                <a:gd name="connsiteY1" fmla="*/ 316 h 3615225"/>
                <a:gd name="connsiteX2" fmla="*/ 4095347 w 4095577"/>
                <a:gd name="connsiteY2" fmla="*/ 3615199 h 3615225"/>
                <a:gd name="connsiteX3" fmla="*/ 1762358 w 4095577"/>
                <a:gd name="connsiteY3" fmla="*/ 3597954 h 3615225"/>
                <a:gd name="connsiteX4" fmla="*/ 1728280 w 4095577"/>
                <a:gd name="connsiteY4" fmla="*/ 1854638 h 3615225"/>
                <a:gd name="connsiteX5" fmla="*/ 29092 w 4095577"/>
                <a:gd name="connsiteY5" fmla="*/ 1823745 h 3615225"/>
                <a:gd name="connsiteX6" fmla="*/ 8662 w 4095577"/>
                <a:gd name="connsiteY6" fmla="*/ 316 h 3615225"/>
                <a:gd name="connsiteX0" fmla="*/ 0 w 4100563"/>
                <a:gd name="connsiteY0" fmla="*/ 40943 h 3614909"/>
                <a:gd name="connsiteX1" fmla="*/ 4100333 w 4100563"/>
                <a:gd name="connsiteY1" fmla="*/ 0 h 3614909"/>
                <a:gd name="connsiteX2" fmla="*/ 4100333 w 4100563"/>
                <a:gd name="connsiteY2" fmla="*/ 3614883 h 3614909"/>
                <a:gd name="connsiteX3" fmla="*/ 1767344 w 4100563"/>
                <a:gd name="connsiteY3" fmla="*/ 3597638 h 3614909"/>
                <a:gd name="connsiteX4" fmla="*/ 1733266 w 4100563"/>
                <a:gd name="connsiteY4" fmla="*/ 1854322 h 3614909"/>
                <a:gd name="connsiteX5" fmla="*/ 34078 w 4100563"/>
                <a:gd name="connsiteY5" fmla="*/ 1823429 h 3614909"/>
                <a:gd name="connsiteX6" fmla="*/ 0 w 4100563"/>
                <a:gd name="connsiteY6" fmla="*/ 40943 h 3614909"/>
                <a:gd name="connsiteX0" fmla="*/ 0 w 4100563"/>
                <a:gd name="connsiteY0" fmla="*/ 40943 h 3614909"/>
                <a:gd name="connsiteX1" fmla="*/ 4100333 w 4100563"/>
                <a:gd name="connsiteY1" fmla="*/ 0 h 3614909"/>
                <a:gd name="connsiteX2" fmla="*/ 4100333 w 4100563"/>
                <a:gd name="connsiteY2" fmla="*/ 3614883 h 3614909"/>
                <a:gd name="connsiteX3" fmla="*/ 1767344 w 4100563"/>
                <a:gd name="connsiteY3" fmla="*/ 3597638 h 3614909"/>
                <a:gd name="connsiteX4" fmla="*/ 1733266 w 4100563"/>
                <a:gd name="connsiteY4" fmla="*/ 1854322 h 3614909"/>
                <a:gd name="connsiteX5" fmla="*/ 34078 w 4100563"/>
                <a:gd name="connsiteY5" fmla="*/ 1823429 h 3614909"/>
                <a:gd name="connsiteX6" fmla="*/ 0 w 4100563"/>
                <a:gd name="connsiteY6" fmla="*/ 40943 h 3614909"/>
                <a:gd name="connsiteX0" fmla="*/ 0 w 4100559"/>
                <a:gd name="connsiteY0" fmla="*/ 40943 h 3614901"/>
                <a:gd name="connsiteX1" fmla="*/ 4100333 w 4100559"/>
                <a:gd name="connsiteY1" fmla="*/ 0 h 3614901"/>
                <a:gd name="connsiteX2" fmla="*/ 4100333 w 4100559"/>
                <a:gd name="connsiteY2" fmla="*/ 3614883 h 3614901"/>
                <a:gd name="connsiteX3" fmla="*/ 1729244 w 4100559"/>
                <a:gd name="connsiteY3" fmla="*/ 3572238 h 3614901"/>
                <a:gd name="connsiteX4" fmla="*/ 1733266 w 4100559"/>
                <a:gd name="connsiteY4" fmla="*/ 1854322 h 3614901"/>
                <a:gd name="connsiteX5" fmla="*/ 34078 w 4100559"/>
                <a:gd name="connsiteY5" fmla="*/ 1823429 h 3614901"/>
                <a:gd name="connsiteX6" fmla="*/ 0 w 4100559"/>
                <a:gd name="connsiteY6" fmla="*/ 40943 h 3614901"/>
                <a:gd name="connsiteX0" fmla="*/ 0 w 4100559"/>
                <a:gd name="connsiteY0" fmla="*/ 40943 h 3614901"/>
                <a:gd name="connsiteX1" fmla="*/ 4100333 w 4100559"/>
                <a:gd name="connsiteY1" fmla="*/ 0 h 3614901"/>
                <a:gd name="connsiteX2" fmla="*/ 4100333 w 4100559"/>
                <a:gd name="connsiteY2" fmla="*/ 3614883 h 3614901"/>
                <a:gd name="connsiteX3" fmla="*/ 1729244 w 4100559"/>
                <a:gd name="connsiteY3" fmla="*/ 3572238 h 3614901"/>
                <a:gd name="connsiteX4" fmla="*/ 1752316 w 4100559"/>
                <a:gd name="connsiteY4" fmla="*/ 1784472 h 3614901"/>
                <a:gd name="connsiteX5" fmla="*/ 34078 w 4100559"/>
                <a:gd name="connsiteY5" fmla="*/ 1823429 h 3614901"/>
                <a:gd name="connsiteX6" fmla="*/ 0 w 4100559"/>
                <a:gd name="connsiteY6" fmla="*/ 40943 h 3614901"/>
                <a:gd name="connsiteX0" fmla="*/ 0 w 4100559"/>
                <a:gd name="connsiteY0" fmla="*/ 40943 h 3614901"/>
                <a:gd name="connsiteX1" fmla="*/ 4100333 w 4100559"/>
                <a:gd name="connsiteY1" fmla="*/ 0 h 3614901"/>
                <a:gd name="connsiteX2" fmla="*/ 4100333 w 4100559"/>
                <a:gd name="connsiteY2" fmla="*/ 3614883 h 3614901"/>
                <a:gd name="connsiteX3" fmla="*/ 1729244 w 4100559"/>
                <a:gd name="connsiteY3" fmla="*/ 3572238 h 3614901"/>
                <a:gd name="connsiteX4" fmla="*/ 1752316 w 4100559"/>
                <a:gd name="connsiteY4" fmla="*/ 1784472 h 3614901"/>
                <a:gd name="connsiteX5" fmla="*/ 34078 w 4100559"/>
                <a:gd name="connsiteY5" fmla="*/ 1823429 h 3614901"/>
                <a:gd name="connsiteX6" fmla="*/ 0 w 4100559"/>
                <a:gd name="connsiteY6" fmla="*/ 40943 h 3614901"/>
                <a:gd name="connsiteX0" fmla="*/ 0 w 4100333"/>
                <a:gd name="connsiteY0" fmla="*/ 40943 h 3576817"/>
                <a:gd name="connsiteX1" fmla="*/ 4100333 w 4100333"/>
                <a:gd name="connsiteY1" fmla="*/ 0 h 3576817"/>
                <a:gd name="connsiteX2" fmla="*/ 3998733 w 4100333"/>
                <a:gd name="connsiteY2" fmla="*/ 3576783 h 3576817"/>
                <a:gd name="connsiteX3" fmla="*/ 1729244 w 4100333"/>
                <a:gd name="connsiteY3" fmla="*/ 3572238 h 3576817"/>
                <a:gd name="connsiteX4" fmla="*/ 1752316 w 4100333"/>
                <a:gd name="connsiteY4" fmla="*/ 1784472 h 3576817"/>
                <a:gd name="connsiteX5" fmla="*/ 34078 w 4100333"/>
                <a:gd name="connsiteY5" fmla="*/ 1823429 h 3576817"/>
                <a:gd name="connsiteX6" fmla="*/ 0 w 4100333"/>
                <a:gd name="connsiteY6" fmla="*/ 40943 h 3576817"/>
                <a:gd name="connsiteX0" fmla="*/ 0 w 3998969"/>
                <a:gd name="connsiteY0" fmla="*/ 15543 h 3551417"/>
                <a:gd name="connsiteX1" fmla="*/ 3998733 w 3998969"/>
                <a:gd name="connsiteY1" fmla="*/ 0 h 3551417"/>
                <a:gd name="connsiteX2" fmla="*/ 3998733 w 3998969"/>
                <a:gd name="connsiteY2" fmla="*/ 3551383 h 3551417"/>
                <a:gd name="connsiteX3" fmla="*/ 1729244 w 3998969"/>
                <a:gd name="connsiteY3" fmla="*/ 3546838 h 3551417"/>
                <a:gd name="connsiteX4" fmla="*/ 1752316 w 3998969"/>
                <a:gd name="connsiteY4" fmla="*/ 1759072 h 3551417"/>
                <a:gd name="connsiteX5" fmla="*/ 34078 w 3998969"/>
                <a:gd name="connsiteY5" fmla="*/ 1798029 h 3551417"/>
                <a:gd name="connsiteX6" fmla="*/ 0 w 3998969"/>
                <a:gd name="connsiteY6" fmla="*/ 15543 h 3551417"/>
                <a:gd name="connsiteX0" fmla="*/ 0 w 5014898"/>
                <a:gd name="connsiteY0" fmla="*/ 15543 h 3564109"/>
                <a:gd name="connsiteX1" fmla="*/ 3998733 w 5014898"/>
                <a:gd name="connsiteY1" fmla="*/ 0 h 3564109"/>
                <a:gd name="connsiteX2" fmla="*/ 5014733 w 5014898"/>
                <a:gd name="connsiteY2" fmla="*/ 3564083 h 3564109"/>
                <a:gd name="connsiteX3" fmla="*/ 1729244 w 5014898"/>
                <a:gd name="connsiteY3" fmla="*/ 3546838 h 3564109"/>
                <a:gd name="connsiteX4" fmla="*/ 1752316 w 5014898"/>
                <a:gd name="connsiteY4" fmla="*/ 1759072 h 3564109"/>
                <a:gd name="connsiteX5" fmla="*/ 34078 w 5014898"/>
                <a:gd name="connsiteY5" fmla="*/ 1798029 h 3564109"/>
                <a:gd name="connsiteX6" fmla="*/ 0 w 5014898"/>
                <a:gd name="connsiteY6" fmla="*/ 15543 h 3564109"/>
                <a:gd name="connsiteX0" fmla="*/ 0 w 5061571"/>
                <a:gd name="connsiteY0" fmla="*/ 15543 h 3564109"/>
                <a:gd name="connsiteX1" fmla="*/ 3998733 w 5061571"/>
                <a:gd name="connsiteY1" fmla="*/ 0 h 3564109"/>
                <a:gd name="connsiteX2" fmla="*/ 5061571 w 5061571"/>
                <a:gd name="connsiteY2" fmla="*/ 1393335 h 3564109"/>
                <a:gd name="connsiteX3" fmla="*/ 5014733 w 5061571"/>
                <a:gd name="connsiteY3" fmla="*/ 3564083 h 3564109"/>
                <a:gd name="connsiteX4" fmla="*/ 1729244 w 5061571"/>
                <a:gd name="connsiteY4" fmla="*/ 3546838 h 3564109"/>
                <a:gd name="connsiteX5" fmla="*/ 1752316 w 5061571"/>
                <a:gd name="connsiteY5" fmla="*/ 1759072 h 3564109"/>
                <a:gd name="connsiteX6" fmla="*/ 34078 w 5061571"/>
                <a:gd name="connsiteY6" fmla="*/ 1798029 h 3564109"/>
                <a:gd name="connsiteX7" fmla="*/ 0 w 5061571"/>
                <a:gd name="connsiteY7" fmla="*/ 15543 h 3564109"/>
                <a:gd name="connsiteX0" fmla="*/ 0 w 5103794"/>
                <a:gd name="connsiteY0" fmla="*/ 15543 h 3557763"/>
                <a:gd name="connsiteX1" fmla="*/ 3998733 w 5103794"/>
                <a:gd name="connsiteY1" fmla="*/ 0 h 3557763"/>
                <a:gd name="connsiteX2" fmla="*/ 5061571 w 5103794"/>
                <a:gd name="connsiteY2" fmla="*/ 1393335 h 3557763"/>
                <a:gd name="connsiteX3" fmla="*/ 5103633 w 5103794"/>
                <a:gd name="connsiteY3" fmla="*/ 3557733 h 3557763"/>
                <a:gd name="connsiteX4" fmla="*/ 1729244 w 5103794"/>
                <a:gd name="connsiteY4" fmla="*/ 3546838 h 3557763"/>
                <a:gd name="connsiteX5" fmla="*/ 1752316 w 5103794"/>
                <a:gd name="connsiteY5" fmla="*/ 1759072 h 3557763"/>
                <a:gd name="connsiteX6" fmla="*/ 34078 w 5103794"/>
                <a:gd name="connsiteY6" fmla="*/ 1798029 h 3557763"/>
                <a:gd name="connsiteX7" fmla="*/ 0 w 5103794"/>
                <a:gd name="connsiteY7" fmla="*/ 15543 h 3557763"/>
                <a:gd name="connsiteX0" fmla="*/ 0 w 5383182"/>
                <a:gd name="connsiteY0" fmla="*/ 15543 h 3557763"/>
                <a:gd name="connsiteX1" fmla="*/ 3998733 w 5383182"/>
                <a:gd name="connsiteY1" fmla="*/ 0 h 3557763"/>
                <a:gd name="connsiteX2" fmla="*/ 5061571 w 5383182"/>
                <a:gd name="connsiteY2" fmla="*/ 1393335 h 3557763"/>
                <a:gd name="connsiteX3" fmla="*/ 5383033 w 5383182"/>
                <a:gd name="connsiteY3" fmla="*/ 3557733 h 3557763"/>
                <a:gd name="connsiteX4" fmla="*/ 1729244 w 5383182"/>
                <a:gd name="connsiteY4" fmla="*/ 3546838 h 3557763"/>
                <a:gd name="connsiteX5" fmla="*/ 1752316 w 5383182"/>
                <a:gd name="connsiteY5" fmla="*/ 1759072 h 3557763"/>
                <a:gd name="connsiteX6" fmla="*/ 34078 w 5383182"/>
                <a:gd name="connsiteY6" fmla="*/ 1798029 h 3557763"/>
                <a:gd name="connsiteX7" fmla="*/ 0 w 5383182"/>
                <a:gd name="connsiteY7" fmla="*/ 15543 h 3557763"/>
                <a:gd name="connsiteX0" fmla="*/ 0 w 5383182"/>
                <a:gd name="connsiteY0" fmla="*/ 15543 h 3557763"/>
                <a:gd name="connsiteX1" fmla="*/ 3998733 w 5383182"/>
                <a:gd name="connsiteY1" fmla="*/ 0 h 3557763"/>
                <a:gd name="connsiteX2" fmla="*/ 5347321 w 5383182"/>
                <a:gd name="connsiteY2" fmla="*/ 1406035 h 3557763"/>
                <a:gd name="connsiteX3" fmla="*/ 5383033 w 5383182"/>
                <a:gd name="connsiteY3" fmla="*/ 3557733 h 3557763"/>
                <a:gd name="connsiteX4" fmla="*/ 1729244 w 5383182"/>
                <a:gd name="connsiteY4" fmla="*/ 3546838 h 3557763"/>
                <a:gd name="connsiteX5" fmla="*/ 1752316 w 5383182"/>
                <a:gd name="connsiteY5" fmla="*/ 1759072 h 3557763"/>
                <a:gd name="connsiteX6" fmla="*/ 34078 w 5383182"/>
                <a:gd name="connsiteY6" fmla="*/ 1798029 h 3557763"/>
                <a:gd name="connsiteX7" fmla="*/ 0 w 5383182"/>
                <a:gd name="connsiteY7" fmla="*/ 15543 h 355776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5347321 w 5383182"/>
                <a:gd name="connsiteY2" fmla="*/ 1390815 h 3542543"/>
                <a:gd name="connsiteX3" fmla="*/ 5383033 w 5383182"/>
                <a:gd name="connsiteY3" fmla="*/ 3542513 h 3542543"/>
                <a:gd name="connsiteX4" fmla="*/ 1729244 w 5383182"/>
                <a:gd name="connsiteY4" fmla="*/ 3531618 h 3542543"/>
                <a:gd name="connsiteX5" fmla="*/ 1752316 w 5383182"/>
                <a:gd name="connsiteY5" fmla="*/ 1743852 h 3542543"/>
                <a:gd name="connsiteX6" fmla="*/ 34078 w 5383182"/>
                <a:gd name="connsiteY6" fmla="*/ 1782809 h 3542543"/>
                <a:gd name="connsiteX7" fmla="*/ 0 w 5383182"/>
                <a:gd name="connsiteY7" fmla="*/ 323 h 354254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2686670 w 5383182"/>
                <a:gd name="connsiteY2" fmla="*/ 1320965 h 3542543"/>
                <a:gd name="connsiteX3" fmla="*/ 5347321 w 5383182"/>
                <a:gd name="connsiteY3" fmla="*/ 1390815 h 3542543"/>
                <a:gd name="connsiteX4" fmla="*/ 5383033 w 5383182"/>
                <a:gd name="connsiteY4" fmla="*/ 3542513 h 3542543"/>
                <a:gd name="connsiteX5" fmla="*/ 1729244 w 5383182"/>
                <a:gd name="connsiteY5" fmla="*/ 3531618 h 3542543"/>
                <a:gd name="connsiteX6" fmla="*/ 1752316 w 5383182"/>
                <a:gd name="connsiteY6" fmla="*/ 1743852 h 3542543"/>
                <a:gd name="connsiteX7" fmla="*/ 34078 w 5383182"/>
                <a:gd name="connsiteY7" fmla="*/ 1782809 h 3542543"/>
                <a:gd name="connsiteX8" fmla="*/ 0 w 5383182"/>
                <a:gd name="connsiteY8" fmla="*/ 323 h 354254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2686670 w 5383182"/>
                <a:gd name="connsiteY2" fmla="*/ 1320965 h 3542543"/>
                <a:gd name="connsiteX3" fmla="*/ 5347321 w 5383182"/>
                <a:gd name="connsiteY3" fmla="*/ 1390815 h 3542543"/>
                <a:gd name="connsiteX4" fmla="*/ 5383033 w 5383182"/>
                <a:gd name="connsiteY4" fmla="*/ 3542513 h 3542543"/>
                <a:gd name="connsiteX5" fmla="*/ 1729244 w 5383182"/>
                <a:gd name="connsiteY5" fmla="*/ 3531618 h 3542543"/>
                <a:gd name="connsiteX6" fmla="*/ 1752316 w 5383182"/>
                <a:gd name="connsiteY6" fmla="*/ 1743852 h 3542543"/>
                <a:gd name="connsiteX7" fmla="*/ 34078 w 5383182"/>
                <a:gd name="connsiteY7" fmla="*/ 1782809 h 3542543"/>
                <a:gd name="connsiteX8" fmla="*/ 0 w 5383182"/>
                <a:gd name="connsiteY8" fmla="*/ 323 h 354254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2686670 w 5383182"/>
                <a:gd name="connsiteY2" fmla="*/ 1320965 h 3542543"/>
                <a:gd name="connsiteX3" fmla="*/ 5347321 w 5383182"/>
                <a:gd name="connsiteY3" fmla="*/ 1390815 h 3542543"/>
                <a:gd name="connsiteX4" fmla="*/ 5383033 w 5383182"/>
                <a:gd name="connsiteY4" fmla="*/ 3542513 h 3542543"/>
                <a:gd name="connsiteX5" fmla="*/ 1729244 w 5383182"/>
                <a:gd name="connsiteY5" fmla="*/ 3531618 h 3542543"/>
                <a:gd name="connsiteX6" fmla="*/ 1752316 w 5383182"/>
                <a:gd name="connsiteY6" fmla="*/ 1743852 h 3542543"/>
                <a:gd name="connsiteX7" fmla="*/ 34078 w 5383182"/>
                <a:gd name="connsiteY7" fmla="*/ 1782809 h 3542543"/>
                <a:gd name="connsiteX8" fmla="*/ 0 w 5383182"/>
                <a:gd name="connsiteY8" fmla="*/ 323 h 354254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2686670 w 5383182"/>
                <a:gd name="connsiteY2" fmla="*/ 1320965 h 3542543"/>
                <a:gd name="connsiteX3" fmla="*/ 5347321 w 5383182"/>
                <a:gd name="connsiteY3" fmla="*/ 1390815 h 3542543"/>
                <a:gd name="connsiteX4" fmla="*/ 5383033 w 5383182"/>
                <a:gd name="connsiteY4" fmla="*/ 3542513 h 3542543"/>
                <a:gd name="connsiteX5" fmla="*/ 1729244 w 5383182"/>
                <a:gd name="connsiteY5" fmla="*/ 3531618 h 3542543"/>
                <a:gd name="connsiteX6" fmla="*/ 1752316 w 5383182"/>
                <a:gd name="connsiteY6" fmla="*/ 1743852 h 3542543"/>
                <a:gd name="connsiteX7" fmla="*/ 34078 w 5383182"/>
                <a:gd name="connsiteY7" fmla="*/ 1782809 h 3542543"/>
                <a:gd name="connsiteX8" fmla="*/ 0 w 5383182"/>
                <a:gd name="connsiteY8" fmla="*/ 323 h 354254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2686670 w 5383182"/>
                <a:gd name="connsiteY2" fmla="*/ 1320965 h 3542543"/>
                <a:gd name="connsiteX3" fmla="*/ 5347321 w 5383182"/>
                <a:gd name="connsiteY3" fmla="*/ 1390815 h 3542543"/>
                <a:gd name="connsiteX4" fmla="*/ 5383033 w 5383182"/>
                <a:gd name="connsiteY4" fmla="*/ 3542513 h 3542543"/>
                <a:gd name="connsiteX5" fmla="*/ 1729244 w 5383182"/>
                <a:gd name="connsiteY5" fmla="*/ 3531618 h 3542543"/>
                <a:gd name="connsiteX6" fmla="*/ 1752316 w 5383182"/>
                <a:gd name="connsiteY6" fmla="*/ 1743852 h 3542543"/>
                <a:gd name="connsiteX7" fmla="*/ 34078 w 5383182"/>
                <a:gd name="connsiteY7" fmla="*/ 1782809 h 3542543"/>
                <a:gd name="connsiteX8" fmla="*/ 0 w 5383182"/>
                <a:gd name="connsiteY8" fmla="*/ 323 h 354254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2686670 w 5383182"/>
                <a:gd name="connsiteY2" fmla="*/ 1320965 h 3542543"/>
                <a:gd name="connsiteX3" fmla="*/ 5340971 w 5383182"/>
                <a:gd name="connsiteY3" fmla="*/ 1308265 h 3542543"/>
                <a:gd name="connsiteX4" fmla="*/ 5383033 w 5383182"/>
                <a:gd name="connsiteY4" fmla="*/ 3542513 h 3542543"/>
                <a:gd name="connsiteX5" fmla="*/ 1729244 w 5383182"/>
                <a:gd name="connsiteY5" fmla="*/ 3531618 h 3542543"/>
                <a:gd name="connsiteX6" fmla="*/ 1752316 w 5383182"/>
                <a:gd name="connsiteY6" fmla="*/ 1743852 h 3542543"/>
                <a:gd name="connsiteX7" fmla="*/ 34078 w 5383182"/>
                <a:gd name="connsiteY7" fmla="*/ 1782809 h 3542543"/>
                <a:gd name="connsiteX8" fmla="*/ 0 w 5383182"/>
                <a:gd name="connsiteY8" fmla="*/ 323 h 354254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2642220 w 5383182"/>
                <a:gd name="connsiteY2" fmla="*/ 1308265 h 3542543"/>
                <a:gd name="connsiteX3" fmla="*/ 5340971 w 5383182"/>
                <a:gd name="connsiteY3" fmla="*/ 1308265 h 3542543"/>
                <a:gd name="connsiteX4" fmla="*/ 5383033 w 5383182"/>
                <a:gd name="connsiteY4" fmla="*/ 3542513 h 3542543"/>
                <a:gd name="connsiteX5" fmla="*/ 1729244 w 5383182"/>
                <a:gd name="connsiteY5" fmla="*/ 3531618 h 3542543"/>
                <a:gd name="connsiteX6" fmla="*/ 1752316 w 5383182"/>
                <a:gd name="connsiteY6" fmla="*/ 1743852 h 3542543"/>
                <a:gd name="connsiteX7" fmla="*/ 34078 w 5383182"/>
                <a:gd name="connsiteY7" fmla="*/ 1782809 h 3542543"/>
                <a:gd name="connsiteX8" fmla="*/ 0 w 5383182"/>
                <a:gd name="connsiteY8" fmla="*/ 323 h 3542543"/>
                <a:gd name="connsiteX0" fmla="*/ 0 w 5383182"/>
                <a:gd name="connsiteY0" fmla="*/ 323 h 3542543"/>
                <a:gd name="connsiteX1" fmla="*/ 2627133 w 5383182"/>
                <a:gd name="connsiteY1" fmla="*/ 3830 h 3542543"/>
                <a:gd name="connsiteX2" fmla="*/ 2642220 w 5383182"/>
                <a:gd name="connsiteY2" fmla="*/ 1308265 h 3542543"/>
                <a:gd name="connsiteX3" fmla="*/ 5379071 w 5383182"/>
                <a:gd name="connsiteY3" fmla="*/ 1308265 h 3542543"/>
                <a:gd name="connsiteX4" fmla="*/ 5383033 w 5383182"/>
                <a:gd name="connsiteY4" fmla="*/ 3542513 h 3542543"/>
                <a:gd name="connsiteX5" fmla="*/ 1729244 w 5383182"/>
                <a:gd name="connsiteY5" fmla="*/ 3531618 h 3542543"/>
                <a:gd name="connsiteX6" fmla="*/ 1752316 w 5383182"/>
                <a:gd name="connsiteY6" fmla="*/ 1743852 h 3542543"/>
                <a:gd name="connsiteX7" fmla="*/ 34078 w 5383182"/>
                <a:gd name="connsiteY7" fmla="*/ 1782809 h 3542543"/>
                <a:gd name="connsiteX8" fmla="*/ 0 w 5383182"/>
                <a:gd name="connsiteY8" fmla="*/ 323 h 3542543"/>
                <a:gd name="connsiteX0" fmla="*/ 0 w 5383182"/>
                <a:gd name="connsiteY0" fmla="*/ 330 h 3542550"/>
                <a:gd name="connsiteX1" fmla="*/ 2627133 w 5383182"/>
                <a:gd name="connsiteY1" fmla="*/ 3837 h 3542550"/>
                <a:gd name="connsiteX2" fmla="*/ 2642220 w 5383182"/>
                <a:gd name="connsiteY2" fmla="*/ 1308272 h 3542550"/>
                <a:gd name="connsiteX3" fmla="*/ 5379071 w 5383182"/>
                <a:gd name="connsiteY3" fmla="*/ 1308272 h 3542550"/>
                <a:gd name="connsiteX4" fmla="*/ 5383033 w 5383182"/>
                <a:gd name="connsiteY4" fmla="*/ 3542520 h 3542550"/>
                <a:gd name="connsiteX5" fmla="*/ 1729244 w 5383182"/>
                <a:gd name="connsiteY5" fmla="*/ 3531625 h 3542550"/>
                <a:gd name="connsiteX6" fmla="*/ 1752316 w 5383182"/>
                <a:gd name="connsiteY6" fmla="*/ 1743859 h 3542550"/>
                <a:gd name="connsiteX7" fmla="*/ 21378 w 5383182"/>
                <a:gd name="connsiteY7" fmla="*/ 1738366 h 3542550"/>
                <a:gd name="connsiteX8" fmla="*/ 0 w 5383182"/>
                <a:gd name="connsiteY8" fmla="*/ 330 h 3542550"/>
                <a:gd name="connsiteX0" fmla="*/ 16730 w 5399912"/>
                <a:gd name="connsiteY0" fmla="*/ 332 h 3542552"/>
                <a:gd name="connsiteX1" fmla="*/ 2643863 w 5399912"/>
                <a:gd name="connsiteY1" fmla="*/ 3839 h 3542552"/>
                <a:gd name="connsiteX2" fmla="*/ 2658950 w 5399912"/>
                <a:gd name="connsiteY2" fmla="*/ 1308274 h 3542552"/>
                <a:gd name="connsiteX3" fmla="*/ 5395801 w 5399912"/>
                <a:gd name="connsiteY3" fmla="*/ 1308274 h 3542552"/>
                <a:gd name="connsiteX4" fmla="*/ 5399763 w 5399912"/>
                <a:gd name="connsiteY4" fmla="*/ 3542522 h 3542552"/>
                <a:gd name="connsiteX5" fmla="*/ 1745974 w 5399912"/>
                <a:gd name="connsiteY5" fmla="*/ 3531627 h 3542552"/>
                <a:gd name="connsiteX6" fmla="*/ 1769046 w 5399912"/>
                <a:gd name="connsiteY6" fmla="*/ 1743861 h 3542552"/>
                <a:gd name="connsiteX7" fmla="*/ 8 w 5399912"/>
                <a:gd name="connsiteY7" fmla="*/ 1725668 h 3542552"/>
                <a:gd name="connsiteX8" fmla="*/ 16730 w 5399912"/>
                <a:gd name="connsiteY8" fmla="*/ 332 h 3542552"/>
                <a:gd name="connsiteX0" fmla="*/ 16730 w 5399912"/>
                <a:gd name="connsiteY0" fmla="*/ 332 h 3542552"/>
                <a:gd name="connsiteX1" fmla="*/ 2643863 w 5399912"/>
                <a:gd name="connsiteY1" fmla="*/ 3839 h 3542552"/>
                <a:gd name="connsiteX2" fmla="*/ 2658950 w 5399912"/>
                <a:gd name="connsiteY2" fmla="*/ 1308274 h 3542552"/>
                <a:gd name="connsiteX3" fmla="*/ 5395801 w 5399912"/>
                <a:gd name="connsiteY3" fmla="*/ 1308274 h 3542552"/>
                <a:gd name="connsiteX4" fmla="*/ 5399763 w 5399912"/>
                <a:gd name="connsiteY4" fmla="*/ 3542522 h 3542552"/>
                <a:gd name="connsiteX5" fmla="*/ 1745974 w 5399912"/>
                <a:gd name="connsiteY5" fmla="*/ 3531627 h 3542552"/>
                <a:gd name="connsiteX6" fmla="*/ 1737296 w 5399912"/>
                <a:gd name="connsiteY6" fmla="*/ 1750211 h 3542552"/>
                <a:gd name="connsiteX7" fmla="*/ 8 w 5399912"/>
                <a:gd name="connsiteY7" fmla="*/ 1725668 h 3542552"/>
                <a:gd name="connsiteX8" fmla="*/ 16730 w 5399912"/>
                <a:gd name="connsiteY8" fmla="*/ 332 h 3542552"/>
                <a:gd name="connsiteX0" fmla="*/ 16730 w 5399915"/>
                <a:gd name="connsiteY0" fmla="*/ 332 h 3542572"/>
                <a:gd name="connsiteX1" fmla="*/ 2643863 w 5399915"/>
                <a:gd name="connsiteY1" fmla="*/ 3839 h 3542572"/>
                <a:gd name="connsiteX2" fmla="*/ 2658950 w 5399915"/>
                <a:gd name="connsiteY2" fmla="*/ 1308274 h 3542572"/>
                <a:gd name="connsiteX3" fmla="*/ 5395801 w 5399915"/>
                <a:gd name="connsiteY3" fmla="*/ 1308274 h 3542572"/>
                <a:gd name="connsiteX4" fmla="*/ 5399763 w 5399915"/>
                <a:gd name="connsiteY4" fmla="*/ 3542522 h 3542572"/>
                <a:gd name="connsiteX5" fmla="*/ 1745974 w 5399915"/>
                <a:gd name="connsiteY5" fmla="*/ 3531627 h 3542572"/>
                <a:gd name="connsiteX6" fmla="*/ 1737296 w 5399915"/>
                <a:gd name="connsiteY6" fmla="*/ 1750211 h 3542572"/>
                <a:gd name="connsiteX7" fmla="*/ 8 w 5399915"/>
                <a:gd name="connsiteY7" fmla="*/ 1725668 h 3542572"/>
                <a:gd name="connsiteX8" fmla="*/ 16730 w 5399915"/>
                <a:gd name="connsiteY8" fmla="*/ 332 h 3542572"/>
                <a:gd name="connsiteX0" fmla="*/ 16730 w 5395945"/>
                <a:gd name="connsiteY0" fmla="*/ 332 h 3531802"/>
                <a:gd name="connsiteX1" fmla="*/ 2643863 w 5395945"/>
                <a:gd name="connsiteY1" fmla="*/ 3839 h 3531802"/>
                <a:gd name="connsiteX2" fmla="*/ 2658950 w 5395945"/>
                <a:gd name="connsiteY2" fmla="*/ 1308274 h 3531802"/>
                <a:gd name="connsiteX3" fmla="*/ 5395801 w 5395945"/>
                <a:gd name="connsiteY3" fmla="*/ 1308274 h 3531802"/>
                <a:gd name="connsiteX4" fmla="*/ 5390238 w 5395945"/>
                <a:gd name="connsiteY4" fmla="*/ 3256772 h 3531802"/>
                <a:gd name="connsiteX5" fmla="*/ 1745974 w 5395945"/>
                <a:gd name="connsiteY5" fmla="*/ 3531627 h 3531802"/>
                <a:gd name="connsiteX6" fmla="*/ 1737296 w 5395945"/>
                <a:gd name="connsiteY6" fmla="*/ 1750211 h 3531802"/>
                <a:gd name="connsiteX7" fmla="*/ 8 w 5395945"/>
                <a:gd name="connsiteY7" fmla="*/ 1725668 h 3531802"/>
                <a:gd name="connsiteX8" fmla="*/ 16730 w 5395945"/>
                <a:gd name="connsiteY8" fmla="*/ 332 h 3531802"/>
                <a:gd name="connsiteX0" fmla="*/ 16730 w 5395945"/>
                <a:gd name="connsiteY0" fmla="*/ 332 h 3265132"/>
                <a:gd name="connsiteX1" fmla="*/ 2643863 w 5395945"/>
                <a:gd name="connsiteY1" fmla="*/ 3839 h 3265132"/>
                <a:gd name="connsiteX2" fmla="*/ 2658950 w 5395945"/>
                <a:gd name="connsiteY2" fmla="*/ 1308274 h 3265132"/>
                <a:gd name="connsiteX3" fmla="*/ 5395801 w 5395945"/>
                <a:gd name="connsiteY3" fmla="*/ 1308274 h 3265132"/>
                <a:gd name="connsiteX4" fmla="*/ 5390238 w 5395945"/>
                <a:gd name="connsiteY4" fmla="*/ 3256772 h 3265132"/>
                <a:gd name="connsiteX5" fmla="*/ 1736449 w 5395945"/>
                <a:gd name="connsiteY5" fmla="*/ 3264927 h 3265132"/>
                <a:gd name="connsiteX6" fmla="*/ 1737296 w 5395945"/>
                <a:gd name="connsiteY6" fmla="*/ 1750211 h 3265132"/>
                <a:gd name="connsiteX7" fmla="*/ 8 w 5395945"/>
                <a:gd name="connsiteY7" fmla="*/ 1725668 h 3265132"/>
                <a:gd name="connsiteX8" fmla="*/ 16730 w 5395945"/>
                <a:gd name="connsiteY8" fmla="*/ 332 h 3265132"/>
                <a:gd name="connsiteX0" fmla="*/ 16730 w 5395847"/>
                <a:gd name="connsiteY0" fmla="*/ 332 h 3265132"/>
                <a:gd name="connsiteX1" fmla="*/ 2643863 w 5395847"/>
                <a:gd name="connsiteY1" fmla="*/ 3839 h 3265132"/>
                <a:gd name="connsiteX2" fmla="*/ 2658950 w 5395847"/>
                <a:gd name="connsiteY2" fmla="*/ 1308274 h 3265132"/>
                <a:gd name="connsiteX3" fmla="*/ 5395801 w 5395847"/>
                <a:gd name="connsiteY3" fmla="*/ 1308274 h 3265132"/>
                <a:gd name="connsiteX4" fmla="*/ 5371188 w 5395847"/>
                <a:gd name="connsiteY4" fmla="*/ 2932922 h 3265132"/>
                <a:gd name="connsiteX5" fmla="*/ 1736449 w 5395847"/>
                <a:gd name="connsiteY5" fmla="*/ 3264927 h 3265132"/>
                <a:gd name="connsiteX6" fmla="*/ 1737296 w 5395847"/>
                <a:gd name="connsiteY6" fmla="*/ 1750211 h 3265132"/>
                <a:gd name="connsiteX7" fmla="*/ 8 w 5395847"/>
                <a:gd name="connsiteY7" fmla="*/ 1725668 h 3265132"/>
                <a:gd name="connsiteX8" fmla="*/ 16730 w 5395847"/>
                <a:gd name="connsiteY8" fmla="*/ 332 h 3265132"/>
                <a:gd name="connsiteX0" fmla="*/ 16730 w 5395847"/>
                <a:gd name="connsiteY0" fmla="*/ 332 h 3036569"/>
                <a:gd name="connsiteX1" fmla="*/ 2643863 w 5395847"/>
                <a:gd name="connsiteY1" fmla="*/ 3839 h 3036569"/>
                <a:gd name="connsiteX2" fmla="*/ 2658950 w 5395847"/>
                <a:gd name="connsiteY2" fmla="*/ 1308274 h 3036569"/>
                <a:gd name="connsiteX3" fmla="*/ 5395801 w 5395847"/>
                <a:gd name="connsiteY3" fmla="*/ 1308274 h 3036569"/>
                <a:gd name="connsiteX4" fmla="*/ 5371188 w 5395847"/>
                <a:gd name="connsiteY4" fmla="*/ 2932922 h 3036569"/>
                <a:gd name="connsiteX5" fmla="*/ 1717399 w 5395847"/>
                <a:gd name="connsiteY5" fmla="*/ 3036327 h 3036569"/>
                <a:gd name="connsiteX6" fmla="*/ 1737296 w 5395847"/>
                <a:gd name="connsiteY6" fmla="*/ 1750211 h 3036569"/>
                <a:gd name="connsiteX7" fmla="*/ 8 w 5395847"/>
                <a:gd name="connsiteY7" fmla="*/ 1725668 h 3036569"/>
                <a:gd name="connsiteX8" fmla="*/ 16730 w 5395847"/>
                <a:gd name="connsiteY8" fmla="*/ 332 h 3036569"/>
                <a:gd name="connsiteX0" fmla="*/ 16730 w 5395847"/>
                <a:gd name="connsiteY0" fmla="*/ 332 h 3037773"/>
                <a:gd name="connsiteX1" fmla="*/ 2643863 w 5395847"/>
                <a:gd name="connsiteY1" fmla="*/ 3839 h 3037773"/>
                <a:gd name="connsiteX2" fmla="*/ 2658950 w 5395847"/>
                <a:gd name="connsiteY2" fmla="*/ 1308274 h 3037773"/>
                <a:gd name="connsiteX3" fmla="*/ 5395801 w 5395847"/>
                <a:gd name="connsiteY3" fmla="*/ 1308274 h 3037773"/>
                <a:gd name="connsiteX4" fmla="*/ 5371188 w 5395847"/>
                <a:gd name="connsiteY4" fmla="*/ 3037697 h 3037773"/>
                <a:gd name="connsiteX5" fmla="*/ 1717399 w 5395847"/>
                <a:gd name="connsiteY5" fmla="*/ 3036327 h 3037773"/>
                <a:gd name="connsiteX6" fmla="*/ 1737296 w 5395847"/>
                <a:gd name="connsiteY6" fmla="*/ 1750211 h 3037773"/>
                <a:gd name="connsiteX7" fmla="*/ 8 w 5395847"/>
                <a:gd name="connsiteY7" fmla="*/ 1725668 h 3037773"/>
                <a:gd name="connsiteX8" fmla="*/ 16730 w 5395847"/>
                <a:gd name="connsiteY8" fmla="*/ 332 h 3037773"/>
                <a:gd name="connsiteX0" fmla="*/ 16730 w 5399914"/>
                <a:gd name="connsiteY0" fmla="*/ 332 h 3037773"/>
                <a:gd name="connsiteX1" fmla="*/ 2643863 w 5399914"/>
                <a:gd name="connsiteY1" fmla="*/ 3839 h 3037773"/>
                <a:gd name="connsiteX2" fmla="*/ 2658950 w 5399914"/>
                <a:gd name="connsiteY2" fmla="*/ 1308274 h 3037773"/>
                <a:gd name="connsiteX3" fmla="*/ 5395801 w 5399914"/>
                <a:gd name="connsiteY3" fmla="*/ 1308274 h 3037773"/>
                <a:gd name="connsiteX4" fmla="*/ 5399763 w 5399914"/>
                <a:gd name="connsiteY4" fmla="*/ 3037697 h 3037773"/>
                <a:gd name="connsiteX5" fmla="*/ 1717399 w 5399914"/>
                <a:gd name="connsiteY5" fmla="*/ 3036327 h 3037773"/>
                <a:gd name="connsiteX6" fmla="*/ 1737296 w 5399914"/>
                <a:gd name="connsiteY6" fmla="*/ 1750211 h 3037773"/>
                <a:gd name="connsiteX7" fmla="*/ 8 w 5399914"/>
                <a:gd name="connsiteY7" fmla="*/ 1725668 h 3037773"/>
                <a:gd name="connsiteX8" fmla="*/ 16730 w 5399914"/>
                <a:gd name="connsiteY8" fmla="*/ 332 h 3037773"/>
                <a:gd name="connsiteX0" fmla="*/ 16730 w 5399916"/>
                <a:gd name="connsiteY0" fmla="*/ 332 h 3037773"/>
                <a:gd name="connsiteX1" fmla="*/ 2643863 w 5399916"/>
                <a:gd name="connsiteY1" fmla="*/ 3839 h 3037773"/>
                <a:gd name="connsiteX2" fmla="*/ 2658950 w 5399916"/>
                <a:gd name="connsiteY2" fmla="*/ 1308274 h 3037773"/>
                <a:gd name="connsiteX3" fmla="*/ 5395801 w 5399916"/>
                <a:gd name="connsiteY3" fmla="*/ 1308274 h 3037773"/>
                <a:gd name="connsiteX4" fmla="*/ 5399763 w 5399916"/>
                <a:gd name="connsiteY4" fmla="*/ 3037697 h 3037773"/>
                <a:gd name="connsiteX5" fmla="*/ 1765024 w 5399916"/>
                <a:gd name="connsiteY5" fmla="*/ 3036327 h 3037773"/>
                <a:gd name="connsiteX6" fmla="*/ 1737296 w 5399916"/>
                <a:gd name="connsiteY6" fmla="*/ 1750211 h 3037773"/>
                <a:gd name="connsiteX7" fmla="*/ 8 w 5399916"/>
                <a:gd name="connsiteY7" fmla="*/ 1725668 h 3037773"/>
                <a:gd name="connsiteX8" fmla="*/ 16730 w 5399916"/>
                <a:gd name="connsiteY8" fmla="*/ 332 h 3037773"/>
                <a:gd name="connsiteX0" fmla="*/ 16730 w 5399915"/>
                <a:gd name="connsiteY0" fmla="*/ 332 h 3046092"/>
                <a:gd name="connsiteX1" fmla="*/ 2643863 w 5399915"/>
                <a:gd name="connsiteY1" fmla="*/ 3839 h 3046092"/>
                <a:gd name="connsiteX2" fmla="*/ 2658950 w 5399915"/>
                <a:gd name="connsiteY2" fmla="*/ 1308274 h 3046092"/>
                <a:gd name="connsiteX3" fmla="*/ 5395801 w 5399915"/>
                <a:gd name="connsiteY3" fmla="*/ 1308274 h 3046092"/>
                <a:gd name="connsiteX4" fmla="*/ 5399763 w 5399915"/>
                <a:gd name="connsiteY4" fmla="*/ 3037697 h 3046092"/>
                <a:gd name="connsiteX5" fmla="*/ 1745974 w 5399915"/>
                <a:gd name="connsiteY5" fmla="*/ 3045852 h 3046092"/>
                <a:gd name="connsiteX6" fmla="*/ 1737296 w 5399915"/>
                <a:gd name="connsiteY6" fmla="*/ 1750211 h 3046092"/>
                <a:gd name="connsiteX7" fmla="*/ 8 w 5399915"/>
                <a:gd name="connsiteY7" fmla="*/ 1725668 h 3046092"/>
                <a:gd name="connsiteX8" fmla="*/ 16730 w 5399915"/>
                <a:gd name="connsiteY8" fmla="*/ 332 h 3046092"/>
                <a:gd name="connsiteX0" fmla="*/ 16730 w 5399915"/>
                <a:gd name="connsiteY0" fmla="*/ 332 h 3045852"/>
                <a:gd name="connsiteX1" fmla="*/ 2643863 w 5399915"/>
                <a:gd name="connsiteY1" fmla="*/ 3839 h 3045852"/>
                <a:gd name="connsiteX2" fmla="*/ 2658950 w 5399915"/>
                <a:gd name="connsiteY2" fmla="*/ 1308274 h 3045852"/>
                <a:gd name="connsiteX3" fmla="*/ 5395801 w 5399915"/>
                <a:gd name="connsiteY3" fmla="*/ 1308274 h 3045852"/>
                <a:gd name="connsiteX4" fmla="*/ 5399763 w 5399915"/>
                <a:gd name="connsiteY4" fmla="*/ 3037697 h 3045852"/>
                <a:gd name="connsiteX5" fmla="*/ 1745974 w 5399915"/>
                <a:gd name="connsiteY5" fmla="*/ 3045852 h 3045852"/>
                <a:gd name="connsiteX6" fmla="*/ 1737296 w 5399915"/>
                <a:gd name="connsiteY6" fmla="*/ 1750211 h 3045852"/>
                <a:gd name="connsiteX7" fmla="*/ 8 w 5399915"/>
                <a:gd name="connsiteY7" fmla="*/ 1725668 h 3045852"/>
                <a:gd name="connsiteX8" fmla="*/ 16730 w 5399915"/>
                <a:gd name="connsiteY8" fmla="*/ 332 h 3045852"/>
                <a:gd name="connsiteX0" fmla="*/ 16730 w 5399932"/>
                <a:gd name="connsiteY0" fmla="*/ 332 h 3046054"/>
                <a:gd name="connsiteX1" fmla="*/ 2643863 w 5399932"/>
                <a:gd name="connsiteY1" fmla="*/ 3839 h 3046054"/>
                <a:gd name="connsiteX2" fmla="*/ 2658950 w 5399932"/>
                <a:gd name="connsiteY2" fmla="*/ 1308274 h 3046054"/>
                <a:gd name="connsiteX3" fmla="*/ 5395801 w 5399932"/>
                <a:gd name="connsiteY3" fmla="*/ 1308274 h 3046054"/>
                <a:gd name="connsiteX4" fmla="*/ 5399763 w 5399932"/>
                <a:gd name="connsiteY4" fmla="*/ 3037697 h 3046054"/>
                <a:gd name="connsiteX5" fmla="*/ 1745974 w 5399932"/>
                <a:gd name="connsiteY5" fmla="*/ 3045852 h 3046054"/>
                <a:gd name="connsiteX6" fmla="*/ 1737296 w 5399932"/>
                <a:gd name="connsiteY6" fmla="*/ 1750211 h 3046054"/>
                <a:gd name="connsiteX7" fmla="*/ 8 w 5399932"/>
                <a:gd name="connsiteY7" fmla="*/ 1725668 h 3046054"/>
                <a:gd name="connsiteX8" fmla="*/ 16730 w 5399932"/>
                <a:gd name="connsiteY8" fmla="*/ 332 h 3046054"/>
                <a:gd name="connsiteX0" fmla="*/ 16730 w 5399932"/>
                <a:gd name="connsiteY0" fmla="*/ 332 h 3046054"/>
                <a:gd name="connsiteX1" fmla="*/ 2643863 w 5399932"/>
                <a:gd name="connsiteY1" fmla="*/ 3839 h 3046054"/>
                <a:gd name="connsiteX2" fmla="*/ 2658950 w 5399932"/>
                <a:gd name="connsiteY2" fmla="*/ 1308274 h 3046054"/>
                <a:gd name="connsiteX3" fmla="*/ 5395801 w 5399932"/>
                <a:gd name="connsiteY3" fmla="*/ 1308274 h 3046054"/>
                <a:gd name="connsiteX4" fmla="*/ 5399763 w 5399932"/>
                <a:gd name="connsiteY4" fmla="*/ 3037697 h 3046054"/>
                <a:gd name="connsiteX5" fmla="*/ 1745974 w 5399932"/>
                <a:gd name="connsiteY5" fmla="*/ 3045852 h 3046054"/>
                <a:gd name="connsiteX6" fmla="*/ 1737296 w 5399932"/>
                <a:gd name="connsiteY6" fmla="*/ 1750211 h 3046054"/>
                <a:gd name="connsiteX7" fmla="*/ 8 w 5399932"/>
                <a:gd name="connsiteY7" fmla="*/ 1725668 h 3046054"/>
                <a:gd name="connsiteX8" fmla="*/ 16730 w 5399932"/>
                <a:gd name="connsiteY8" fmla="*/ 332 h 3046054"/>
                <a:gd name="connsiteX0" fmla="*/ 16731 w 5399933"/>
                <a:gd name="connsiteY0" fmla="*/ 332 h 3046054"/>
                <a:gd name="connsiteX1" fmla="*/ 2643864 w 5399933"/>
                <a:gd name="connsiteY1" fmla="*/ 3839 h 3046054"/>
                <a:gd name="connsiteX2" fmla="*/ 2658951 w 5399933"/>
                <a:gd name="connsiteY2" fmla="*/ 1308274 h 3046054"/>
                <a:gd name="connsiteX3" fmla="*/ 5395802 w 5399933"/>
                <a:gd name="connsiteY3" fmla="*/ 1308274 h 3046054"/>
                <a:gd name="connsiteX4" fmla="*/ 5399764 w 5399933"/>
                <a:gd name="connsiteY4" fmla="*/ 3037697 h 3046054"/>
                <a:gd name="connsiteX5" fmla="*/ 1745975 w 5399933"/>
                <a:gd name="connsiteY5" fmla="*/ 3045852 h 3046054"/>
                <a:gd name="connsiteX6" fmla="*/ 1737297 w 5399933"/>
                <a:gd name="connsiteY6" fmla="*/ 1750211 h 3046054"/>
                <a:gd name="connsiteX7" fmla="*/ 9 w 5399933"/>
                <a:gd name="connsiteY7" fmla="*/ 1725668 h 3046054"/>
                <a:gd name="connsiteX8" fmla="*/ 16731 w 5399933"/>
                <a:gd name="connsiteY8" fmla="*/ 332 h 3046054"/>
                <a:gd name="connsiteX0" fmla="*/ 16731 w 5399933"/>
                <a:gd name="connsiteY0" fmla="*/ 332 h 3046054"/>
                <a:gd name="connsiteX1" fmla="*/ 2643864 w 5399933"/>
                <a:gd name="connsiteY1" fmla="*/ 3839 h 3046054"/>
                <a:gd name="connsiteX2" fmla="*/ 2658951 w 5399933"/>
                <a:gd name="connsiteY2" fmla="*/ 1308274 h 3046054"/>
                <a:gd name="connsiteX3" fmla="*/ 5395802 w 5399933"/>
                <a:gd name="connsiteY3" fmla="*/ 1308274 h 3046054"/>
                <a:gd name="connsiteX4" fmla="*/ 5399764 w 5399933"/>
                <a:gd name="connsiteY4" fmla="*/ 3037697 h 3046054"/>
                <a:gd name="connsiteX5" fmla="*/ 1745975 w 5399933"/>
                <a:gd name="connsiteY5" fmla="*/ 3045852 h 3046054"/>
                <a:gd name="connsiteX6" fmla="*/ 1751585 w 5399933"/>
                <a:gd name="connsiteY6" fmla="*/ 1750211 h 3046054"/>
                <a:gd name="connsiteX7" fmla="*/ 9 w 5399933"/>
                <a:gd name="connsiteY7" fmla="*/ 1725668 h 3046054"/>
                <a:gd name="connsiteX8" fmla="*/ 16731 w 5399933"/>
                <a:gd name="connsiteY8" fmla="*/ 332 h 3046054"/>
                <a:gd name="connsiteX0" fmla="*/ 16731 w 5399933"/>
                <a:gd name="connsiteY0" fmla="*/ 332 h 3046054"/>
                <a:gd name="connsiteX1" fmla="*/ 2643864 w 5399933"/>
                <a:gd name="connsiteY1" fmla="*/ 3839 h 3046054"/>
                <a:gd name="connsiteX2" fmla="*/ 2658951 w 5399933"/>
                <a:gd name="connsiteY2" fmla="*/ 1308274 h 3046054"/>
                <a:gd name="connsiteX3" fmla="*/ 5395802 w 5399933"/>
                <a:gd name="connsiteY3" fmla="*/ 1308274 h 3046054"/>
                <a:gd name="connsiteX4" fmla="*/ 5399764 w 5399933"/>
                <a:gd name="connsiteY4" fmla="*/ 3037697 h 3046054"/>
                <a:gd name="connsiteX5" fmla="*/ 1745975 w 5399933"/>
                <a:gd name="connsiteY5" fmla="*/ 3045852 h 3046054"/>
                <a:gd name="connsiteX6" fmla="*/ 1751585 w 5399933"/>
                <a:gd name="connsiteY6" fmla="*/ 1750211 h 3046054"/>
                <a:gd name="connsiteX7" fmla="*/ 9 w 5399933"/>
                <a:gd name="connsiteY7" fmla="*/ 1725668 h 3046054"/>
                <a:gd name="connsiteX8" fmla="*/ 16731 w 5399933"/>
                <a:gd name="connsiteY8" fmla="*/ 332 h 3046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99933" h="3046054">
                  <a:moveTo>
                    <a:pt x="16731" y="332"/>
                  </a:moveTo>
                  <a:lnTo>
                    <a:pt x="2643864" y="3839"/>
                  </a:lnTo>
                  <a:cubicBezTo>
                    <a:pt x="2667251" y="545679"/>
                    <a:pt x="2650086" y="1305710"/>
                    <a:pt x="2658951" y="1308274"/>
                  </a:cubicBezTo>
                  <a:cubicBezTo>
                    <a:pt x="2642416" y="1298138"/>
                    <a:pt x="4998267" y="1316899"/>
                    <a:pt x="5395802" y="1308274"/>
                  </a:cubicBezTo>
                  <a:cubicBezTo>
                    <a:pt x="5397123" y="2053023"/>
                    <a:pt x="5398443" y="2292948"/>
                    <a:pt x="5399764" y="3037697"/>
                  </a:cubicBezTo>
                  <a:cubicBezTo>
                    <a:pt x="5427189" y="3039076"/>
                    <a:pt x="2123344" y="3047451"/>
                    <a:pt x="1745975" y="3045852"/>
                  </a:cubicBezTo>
                  <a:cubicBezTo>
                    <a:pt x="1748528" y="2694849"/>
                    <a:pt x="1751738" y="1894591"/>
                    <a:pt x="1751585" y="1750211"/>
                  </a:cubicBezTo>
                  <a:cubicBezTo>
                    <a:pt x="1574081" y="1750357"/>
                    <a:pt x="-4540" y="1734471"/>
                    <a:pt x="9" y="1725668"/>
                  </a:cubicBezTo>
                  <a:cubicBezTo>
                    <a:pt x="12520" y="1744160"/>
                    <a:pt x="37332" y="-27858"/>
                    <a:pt x="16731" y="332"/>
                  </a:cubicBezTo>
                  <a:close/>
                </a:path>
              </a:pathLst>
            </a:custGeom>
            <a:noFill/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en-US" sz="2079">
                <a:latin typeface="Tahoma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804732" y="3967652"/>
              <a:ext cx="2727217" cy="71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90" b="1" i="1" dirty="0">
                  <a:solidFill>
                    <a:srgbClr val="0070C0"/>
                  </a:solidFill>
                </a:rPr>
                <a:t>Covered in </a:t>
              </a:r>
            </a:p>
            <a:p>
              <a:r>
                <a:rPr lang="en-US" sz="1890" b="1" i="1" dirty="0">
                  <a:solidFill>
                    <a:srgbClr val="0070C0"/>
                  </a:solidFill>
                </a:rPr>
                <a:t>AE1222-II</a:t>
              </a:r>
            </a:p>
          </p:txBody>
        </p:sp>
      </p:grpSp>
      <p:cxnSp>
        <p:nvCxnSpPr>
          <p:cNvPr id="19" name="Straight Connector 18"/>
          <p:cNvCxnSpPr>
            <a:endCxn id="8" idx="1"/>
          </p:cNvCxnSpPr>
          <p:nvPr/>
        </p:nvCxnSpPr>
        <p:spPr bwMode="auto">
          <a:xfrm flipV="1">
            <a:off x="7201079" y="2893863"/>
            <a:ext cx="491368" cy="19740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Title 24"/>
          <p:cNvSpPr>
            <a:spLocks noGrp="1"/>
          </p:cNvSpPr>
          <p:nvPr>
            <p:ph type="title"/>
          </p:nvPr>
        </p:nvSpPr>
        <p:spPr>
          <a:xfrm>
            <a:off x="1574935" y="5938"/>
            <a:ext cx="9947140" cy="1019472"/>
          </a:xfrm>
        </p:spPr>
        <p:txBody>
          <a:bodyPr>
            <a:noAutofit/>
          </a:bodyPr>
          <a:lstStyle/>
          <a:p>
            <a:r>
              <a:rPr lang="en-US" dirty="0"/>
              <a:t>N2 chart to map the conceptual design process and help manage iterations</a:t>
            </a:r>
            <a:endParaRPr lang="nl-NL" dirty="0"/>
          </a:p>
        </p:txBody>
      </p:sp>
      <p:sp>
        <p:nvSpPr>
          <p:cNvPr id="36" name="Rectangle 1"/>
          <p:cNvSpPr/>
          <p:nvPr/>
        </p:nvSpPr>
        <p:spPr bwMode="auto">
          <a:xfrm>
            <a:off x="3771988" y="4064843"/>
            <a:ext cx="5157234" cy="1030227"/>
          </a:xfrm>
          <a:custGeom>
            <a:avLst/>
            <a:gdLst>
              <a:gd name="connsiteX0" fmla="*/ 0 w 4141276"/>
              <a:gd name="connsiteY0" fmla="*/ 0 h 3614883"/>
              <a:gd name="connsiteX1" fmla="*/ 4141276 w 4141276"/>
              <a:gd name="connsiteY1" fmla="*/ 0 h 3614883"/>
              <a:gd name="connsiteX2" fmla="*/ 4141276 w 4141276"/>
              <a:gd name="connsiteY2" fmla="*/ 3614883 h 3614883"/>
              <a:gd name="connsiteX3" fmla="*/ 0 w 4141276"/>
              <a:gd name="connsiteY3" fmla="*/ 3614883 h 3614883"/>
              <a:gd name="connsiteX4" fmla="*/ 0 w 4141276"/>
              <a:gd name="connsiteY4" fmla="*/ 0 h 3614883"/>
              <a:gd name="connsiteX0" fmla="*/ 0 w 4141276"/>
              <a:gd name="connsiteY0" fmla="*/ 0 h 3614883"/>
              <a:gd name="connsiteX1" fmla="*/ 4141276 w 4141276"/>
              <a:gd name="connsiteY1" fmla="*/ 0 h 3614883"/>
              <a:gd name="connsiteX2" fmla="*/ 4141276 w 4141276"/>
              <a:gd name="connsiteY2" fmla="*/ 3614883 h 3614883"/>
              <a:gd name="connsiteX3" fmla="*/ 1774209 w 4141276"/>
              <a:gd name="connsiteY3" fmla="*/ 1854322 h 3614883"/>
              <a:gd name="connsiteX4" fmla="*/ 0 w 4141276"/>
              <a:gd name="connsiteY4" fmla="*/ 0 h 3614883"/>
              <a:gd name="connsiteX0" fmla="*/ 0 w 4141276"/>
              <a:gd name="connsiteY0" fmla="*/ 0 h 3614883"/>
              <a:gd name="connsiteX1" fmla="*/ 4141276 w 4141276"/>
              <a:gd name="connsiteY1" fmla="*/ 0 h 3614883"/>
              <a:gd name="connsiteX2" fmla="*/ 4141276 w 4141276"/>
              <a:gd name="connsiteY2" fmla="*/ 3614883 h 3614883"/>
              <a:gd name="connsiteX3" fmla="*/ 1774209 w 4141276"/>
              <a:gd name="connsiteY3" fmla="*/ 1854322 h 3614883"/>
              <a:gd name="connsiteX4" fmla="*/ 0 w 4141276"/>
              <a:gd name="connsiteY4" fmla="*/ 0 h 3614883"/>
              <a:gd name="connsiteX0" fmla="*/ 135397 w 4276673"/>
              <a:gd name="connsiteY0" fmla="*/ 0 h 3614883"/>
              <a:gd name="connsiteX1" fmla="*/ 4276673 w 4276673"/>
              <a:gd name="connsiteY1" fmla="*/ 0 h 3614883"/>
              <a:gd name="connsiteX2" fmla="*/ 4276673 w 4276673"/>
              <a:gd name="connsiteY2" fmla="*/ 3614883 h 3614883"/>
              <a:gd name="connsiteX3" fmla="*/ 1909606 w 4276673"/>
              <a:gd name="connsiteY3" fmla="*/ 1854322 h 3614883"/>
              <a:gd name="connsiteX4" fmla="*/ 135397 w 4276673"/>
              <a:gd name="connsiteY4" fmla="*/ 0 h 3614883"/>
              <a:gd name="connsiteX0" fmla="*/ 135397 w 4276673"/>
              <a:gd name="connsiteY0" fmla="*/ 0 h 3614883"/>
              <a:gd name="connsiteX1" fmla="*/ 4276673 w 4276673"/>
              <a:gd name="connsiteY1" fmla="*/ 0 h 3614883"/>
              <a:gd name="connsiteX2" fmla="*/ 4276673 w 4276673"/>
              <a:gd name="connsiteY2" fmla="*/ 3614883 h 3614883"/>
              <a:gd name="connsiteX3" fmla="*/ 1909606 w 4276673"/>
              <a:gd name="connsiteY3" fmla="*/ 1854322 h 3614883"/>
              <a:gd name="connsiteX4" fmla="*/ 135397 w 4276673"/>
              <a:gd name="connsiteY4" fmla="*/ 0 h 3614883"/>
              <a:gd name="connsiteX0" fmla="*/ 135397 w 4276673"/>
              <a:gd name="connsiteY0" fmla="*/ 0 h 3614883"/>
              <a:gd name="connsiteX1" fmla="*/ 4276673 w 4276673"/>
              <a:gd name="connsiteY1" fmla="*/ 0 h 3614883"/>
              <a:gd name="connsiteX2" fmla="*/ 4276673 w 4276673"/>
              <a:gd name="connsiteY2" fmla="*/ 3614883 h 3614883"/>
              <a:gd name="connsiteX3" fmla="*/ 1909606 w 4276673"/>
              <a:gd name="connsiteY3" fmla="*/ 1854322 h 3614883"/>
              <a:gd name="connsiteX4" fmla="*/ 135397 w 4276673"/>
              <a:gd name="connsiteY4" fmla="*/ 0 h 3614883"/>
              <a:gd name="connsiteX0" fmla="*/ 0 w 4141276"/>
              <a:gd name="connsiteY0" fmla="*/ 0 h 3614883"/>
              <a:gd name="connsiteX1" fmla="*/ 4141276 w 4141276"/>
              <a:gd name="connsiteY1" fmla="*/ 0 h 3614883"/>
              <a:gd name="connsiteX2" fmla="*/ 4141276 w 4141276"/>
              <a:gd name="connsiteY2" fmla="*/ 3614883 h 3614883"/>
              <a:gd name="connsiteX3" fmla="*/ 1774209 w 4141276"/>
              <a:gd name="connsiteY3" fmla="*/ 1854322 h 3614883"/>
              <a:gd name="connsiteX4" fmla="*/ 0 w 4141276"/>
              <a:gd name="connsiteY4" fmla="*/ 0 h 3614883"/>
              <a:gd name="connsiteX0" fmla="*/ 285883 w 4427159"/>
              <a:gd name="connsiteY0" fmla="*/ 0 h 3614883"/>
              <a:gd name="connsiteX1" fmla="*/ 4427159 w 4427159"/>
              <a:gd name="connsiteY1" fmla="*/ 0 h 3614883"/>
              <a:gd name="connsiteX2" fmla="*/ 4427159 w 4427159"/>
              <a:gd name="connsiteY2" fmla="*/ 3614883 h 3614883"/>
              <a:gd name="connsiteX3" fmla="*/ 2060092 w 4427159"/>
              <a:gd name="connsiteY3" fmla="*/ 1854322 h 3614883"/>
              <a:gd name="connsiteX4" fmla="*/ 415495 w 4427159"/>
              <a:gd name="connsiteY4" fmla="*/ 1796134 h 3614883"/>
              <a:gd name="connsiteX5" fmla="*/ 285883 w 4427159"/>
              <a:gd name="connsiteY5" fmla="*/ 0 h 3614883"/>
              <a:gd name="connsiteX0" fmla="*/ 233802 w 4375078"/>
              <a:gd name="connsiteY0" fmla="*/ 0 h 3614883"/>
              <a:gd name="connsiteX1" fmla="*/ 4375078 w 4375078"/>
              <a:gd name="connsiteY1" fmla="*/ 0 h 3614883"/>
              <a:gd name="connsiteX2" fmla="*/ 4375078 w 4375078"/>
              <a:gd name="connsiteY2" fmla="*/ 3614883 h 3614883"/>
              <a:gd name="connsiteX3" fmla="*/ 2008011 w 4375078"/>
              <a:gd name="connsiteY3" fmla="*/ 1854322 h 3614883"/>
              <a:gd name="connsiteX4" fmla="*/ 363414 w 4375078"/>
              <a:gd name="connsiteY4" fmla="*/ 1796134 h 3614883"/>
              <a:gd name="connsiteX5" fmla="*/ 233802 w 4375078"/>
              <a:gd name="connsiteY5" fmla="*/ 0 h 3614883"/>
              <a:gd name="connsiteX0" fmla="*/ 233802 w 4375078"/>
              <a:gd name="connsiteY0" fmla="*/ 0 h 3614883"/>
              <a:gd name="connsiteX1" fmla="*/ 4375078 w 4375078"/>
              <a:gd name="connsiteY1" fmla="*/ 0 h 3614883"/>
              <a:gd name="connsiteX2" fmla="*/ 4375078 w 4375078"/>
              <a:gd name="connsiteY2" fmla="*/ 3614883 h 3614883"/>
              <a:gd name="connsiteX3" fmla="*/ 2008011 w 4375078"/>
              <a:gd name="connsiteY3" fmla="*/ 1854322 h 3614883"/>
              <a:gd name="connsiteX4" fmla="*/ 363414 w 4375078"/>
              <a:gd name="connsiteY4" fmla="*/ 1796134 h 3614883"/>
              <a:gd name="connsiteX5" fmla="*/ 233802 w 4375078"/>
              <a:gd name="connsiteY5" fmla="*/ 0 h 3614883"/>
              <a:gd name="connsiteX0" fmla="*/ 233802 w 4375078"/>
              <a:gd name="connsiteY0" fmla="*/ 0 h 3614883"/>
              <a:gd name="connsiteX1" fmla="*/ 4375078 w 4375078"/>
              <a:gd name="connsiteY1" fmla="*/ 0 h 3614883"/>
              <a:gd name="connsiteX2" fmla="*/ 4375078 w 4375078"/>
              <a:gd name="connsiteY2" fmla="*/ 3614883 h 3614883"/>
              <a:gd name="connsiteX3" fmla="*/ 2008011 w 4375078"/>
              <a:gd name="connsiteY3" fmla="*/ 1854322 h 3614883"/>
              <a:gd name="connsiteX4" fmla="*/ 363414 w 4375078"/>
              <a:gd name="connsiteY4" fmla="*/ 1796134 h 3614883"/>
              <a:gd name="connsiteX5" fmla="*/ 233802 w 4375078"/>
              <a:gd name="connsiteY5" fmla="*/ 0 h 3614883"/>
              <a:gd name="connsiteX0" fmla="*/ 233802 w 4375078"/>
              <a:gd name="connsiteY0" fmla="*/ 0 h 3614883"/>
              <a:gd name="connsiteX1" fmla="*/ 4375078 w 4375078"/>
              <a:gd name="connsiteY1" fmla="*/ 0 h 3614883"/>
              <a:gd name="connsiteX2" fmla="*/ 4375078 w 4375078"/>
              <a:gd name="connsiteY2" fmla="*/ 3614883 h 3614883"/>
              <a:gd name="connsiteX3" fmla="*/ 2008011 w 4375078"/>
              <a:gd name="connsiteY3" fmla="*/ 1854322 h 3614883"/>
              <a:gd name="connsiteX4" fmla="*/ 363414 w 4375078"/>
              <a:gd name="connsiteY4" fmla="*/ 1796134 h 3614883"/>
              <a:gd name="connsiteX5" fmla="*/ 233802 w 4375078"/>
              <a:gd name="connsiteY5" fmla="*/ 0 h 3614883"/>
              <a:gd name="connsiteX0" fmla="*/ 233802 w 4375078"/>
              <a:gd name="connsiteY0" fmla="*/ 0 h 3907335"/>
              <a:gd name="connsiteX1" fmla="*/ 4375078 w 4375078"/>
              <a:gd name="connsiteY1" fmla="*/ 0 h 3907335"/>
              <a:gd name="connsiteX2" fmla="*/ 4375078 w 4375078"/>
              <a:gd name="connsiteY2" fmla="*/ 3614883 h 3907335"/>
              <a:gd name="connsiteX3" fmla="*/ 2042089 w 4375078"/>
              <a:gd name="connsiteY3" fmla="*/ 3597638 h 3907335"/>
              <a:gd name="connsiteX4" fmla="*/ 2008011 w 4375078"/>
              <a:gd name="connsiteY4" fmla="*/ 1854322 h 3907335"/>
              <a:gd name="connsiteX5" fmla="*/ 363414 w 4375078"/>
              <a:gd name="connsiteY5" fmla="*/ 1796134 h 3907335"/>
              <a:gd name="connsiteX6" fmla="*/ 233802 w 4375078"/>
              <a:gd name="connsiteY6" fmla="*/ 0 h 3907335"/>
              <a:gd name="connsiteX0" fmla="*/ 233802 w 4375078"/>
              <a:gd name="connsiteY0" fmla="*/ 0 h 3907335"/>
              <a:gd name="connsiteX1" fmla="*/ 4375078 w 4375078"/>
              <a:gd name="connsiteY1" fmla="*/ 0 h 3907335"/>
              <a:gd name="connsiteX2" fmla="*/ 4375078 w 4375078"/>
              <a:gd name="connsiteY2" fmla="*/ 3614883 h 3907335"/>
              <a:gd name="connsiteX3" fmla="*/ 2042089 w 4375078"/>
              <a:gd name="connsiteY3" fmla="*/ 3597638 h 3907335"/>
              <a:gd name="connsiteX4" fmla="*/ 2008011 w 4375078"/>
              <a:gd name="connsiteY4" fmla="*/ 1854322 h 3907335"/>
              <a:gd name="connsiteX5" fmla="*/ 363414 w 4375078"/>
              <a:gd name="connsiteY5" fmla="*/ 1796134 h 3907335"/>
              <a:gd name="connsiteX6" fmla="*/ 233802 w 4375078"/>
              <a:gd name="connsiteY6" fmla="*/ 0 h 3907335"/>
              <a:gd name="connsiteX0" fmla="*/ 233802 w 4375078"/>
              <a:gd name="connsiteY0" fmla="*/ 0 h 3822341"/>
              <a:gd name="connsiteX1" fmla="*/ 4375078 w 4375078"/>
              <a:gd name="connsiteY1" fmla="*/ 0 h 3822341"/>
              <a:gd name="connsiteX2" fmla="*/ 4375078 w 4375078"/>
              <a:gd name="connsiteY2" fmla="*/ 3614883 h 3822341"/>
              <a:gd name="connsiteX3" fmla="*/ 2042089 w 4375078"/>
              <a:gd name="connsiteY3" fmla="*/ 3597638 h 3822341"/>
              <a:gd name="connsiteX4" fmla="*/ 2008011 w 4375078"/>
              <a:gd name="connsiteY4" fmla="*/ 1854322 h 3822341"/>
              <a:gd name="connsiteX5" fmla="*/ 363414 w 4375078"/>
              <a:gd name="connsiteY5" fmla="*/ 1796134 h 3822341"/>
              <a:gd name="connsiteX6" fmla="*/ 233802 w 4375078"/>
              <a:gd name="connsiteY6" fmla="*/ 0 h 3822341"/>
              <a:gd name="connsiteX0" fmla="*/ 233802 w 4375078"/>
              <a:gd name="connsiteY0" fmla="*/ 0 h 3822341"/>
              <a:gd name="connsiteX1" fmla="*/ 4375078 w 4375078"/>
              <a:gd name="connsiteY1" fmla="*/ 0 h 3822341"/>
              <a:gd name="connsiteX2" fmla="*/ 4375078 w 4375078"/>
              <a:gd name="connsiteY2" fmla="*/ 3614883 h 3822341"/>
              <a:gd name="connsiteX3" fmla="*/ 2042089 w 4375078"/>
              <a:gd name="connsiteY3" fmla="*/ 3597638 h 3822341"/>
              <a:gd name="connsiteX4" fmla="*/ 2008011 w 4375078"/>
              <a:gd name="connsiteY4" fmla="*/ 1854322 h 3822341"/>
              <a:gd name="connsiteX5" fmla="*/ 363414 w 4375078"/>
              <a:gd name="connsiteY5" fmla="*/ 1796134 h 3822341"/>
              <a:gd name="connsiteX6" fmla="*/ 233802 w 4375078"/>
              <a:gd name="connsiteY6" fmla="*/ 0 h 3822341"/>
              <a:gd name="connsiteX0" fmla="*/ 233802 w 4375308"/>
              <a:gd name="connsiteY0" fmla="*/ 0 h 3614909"/>
              <a:gd name="connsiteX1" fmla="*/ 4375078 w 4375308"/>
              <a:gd name="connsiteY1" fmla="*/ 0 h 3614909"/>
              <a:gd name="connsiteX2" fmla="*/ 4375078 w 4375308"/>
              <a:gd name="connsiteY2" fmla="*/ 3614883 h 3614909"/>
              <a:gd name="connsiteX3" fmla="*/ 2042089 w 4375308"/>
              <a:gd name="connsiteY3" fmla="*/ 3597638 h 3614909"/>
              <a:gd name="connsiteX4" fmla="*/ 2008011 w 4375308"/>
              <a:gd name="connsiteY4" fmla="*/ 1854322 h 3614909"/>
              <a:gd name="connsiteX5" fmla="*/ 363414 w 4375308"/>
              <a:gd name="connsiteY5" fmla="*/ 1796134 h 3614909"/>
              <a:gd name="connsiteX6" fmla="*/ 233802 w 4375308"/>
              <a:gd name="connsiteY6" fmla="*/ 0 h 3614909"/>
              <a:gd name="connsiteX0" fmla="*/ 0 w 4141506"/>
              <a:gd name="connsiteY0" fmla="*/ 320 h 3615229"/>
              <a:gd name="connsiteX1" fmla="*/ 4141276 w 4141506"/>
              <a:gd name="connsiteY1" fmla="*/ 320 h 3615229"/>
              <a:gd name="connsiteX2" fmla="*/ 4141276 w 4141506"/>
              <a:gd name="connsiteY2" fmla="*/ 3615203 h 3615229"/>
              <a:gd name="connsiteX3" fmla="*/ 1808287 w 4141506"/>
              <a:gd name="connsiteY3" fmla="*/ 3597958 h 3615229"/>
              <a:gd name="connsiteX4" fmla="*/ 1774209 w 4141506"/>
              <a:gd name="connsiteY4" fmla="*/ 1854642 h 3615229"/>
              <a:gd name="connsiteX5" fmla="*/ 129612 w 4141506"/>
              <a:gd name="connsiteY5" fmla="*/ 1796454 h 3615229"/>
              <a:gd name="connsiteX6" fmla="*/ 0 w 4141506"/>
              <a:gd name="connsiteY6" fmla="*/ 320 h 3615229"/>
              <a:gd name="connsiteX0" fmla="*/ 0 w 4141506"/>
              <a:gd name="connsiteY0" fmla="*/ 316 h 3615225"/>
              <a:gd name="connsiteX1" fmla="*/ 4141276 w 4141506"/>
              <a:gd name="connsiteY1" fmla="*/ 316 h 3615225"/>
              <a:gd name="connsiteX2" fmla="*/ 4141276 w 4141506"/>
              <a:gd name="connsiteY2" fmla="*/ 3615199 h 3615225"/>
              <a:gd name="connsiteX3" fmla="*/ 1808287 w 4141506"/>
              <a:gd name="connsiteY3" fmla="*/ 3597954 h 3615225"/>
              <a:gd name="connsiteX4" fmla="*/ 1774209 w 4141506"/>
              <a:gd name="connsiteY4" fmla="*/ 1854638 h 3615225"/>
              <a:gd name="connsiteX5" fmla="*/ 75021 w 4141506"/>
              <a:gd name="connsiteY5" fmla="*/ 1823745 h 3615225"/>
              <a:gd name="connsiteX6" fmla="*/ 0 w 4141506"/>
              <a:gd name="connsiteY6" fmla="*/ 316 h 3615225"/>
              <a:gd name="connsiteX0" fmla="*/ 8662 w 4095577"/>
              <a:gd name="connsiteY0" fmla="*/ 316 h 3615225"/>
              <a:gd name="connsiteX1" fmla="*/ 4095347 w 4095577"/>
              <a:gd name="connsiteY1" fmla="*/ 316 h 3615225"/>
              <a:gd name="connsiteX2" fmla="*/ 4095347 w 4095577"/>
              <a:gd name="connsiteY2" fmla="*/ 3615199 h 3615225"/>
              <a:gd name="connsiteX3" fmla="*/ 1762358 w 4095577"/>
              <a:gd name="connsiteY3" fmla="*/ 3597954 h 3615225"/>
              <a:gd name="connsiteX4" fmla="*/ 1728280 w 4095577"/>
              <a:gd name="connsiteY4" fmla="*/ 1854638 h 3615225"/>
              <a:gd name="connsiteX5" fmla="*/ 29092 w 4095577"/>
              <a:gd name="connsiteY5" fmla="*/ 1823745 h 3615225"/>
              <a:gd name="connsiteX6" fmla="*/ 8662 w 4095577"/>
              <a:gd name="connsiteY6" fmla="*/ 316 h 3615225"/>
              <a:gd name="connsiteX0" fmla="*/ 0 w 4100563"/>
              <a:gd name="connsiteY0" fmla="*/ 40943 h 3614909"/>
              <a:gd name="connsiteX1" fmla="*/ 4100333 w 4100563"/>
              <a:gd name="connsiteY1" fmla="*/ 0 h 3614909"/>
              <a:gd name="connsiteX2" fmla="*/ 4100333 w 4100563"/>
              <a:gd name="connsiteY2" fmla="*/ 3614883 h 3614909"/>
              <a:gd name="connsiteX3" fmla="*/ 1767344 w 4100563"/>
              <a:gd name="connsiteY3" fmla="*/ 3597638 h 3614909"/>
              <a:gd name="connsiteX4" fmla="*/ 1733266 w 4100563"/>
              <a:gd name="connsiteY4" fmla="*/ 1854322 h 3614909"/>
              <a:gd name="connsiteX5" fmla="*/ 34078 w 4100563"/>
              <a:gd name="connsiteY5" fmla="*/ 1823429 h 3614909"/>
              <a:gd name="connsiteX6" fmla="*/ 0 w 4100563"/>
              <a:gd name="connsiteY6" fmla="*/ 40943 h 3614909"/>
              <a:gd name="connsiteX0" fmla="*/ 0 w 4100563"/>
              <a:gd name="connsiteY0" fmla="*/ 40943 h 3614909"/>
              <a:gd name="connsiteX1" fmla="*/ 4100333 w 4100563"/>
              <a:gd name="connsiteY1" fmla="*/ 0 h 3614909"/>
              <a:gd name="connsiteX2" fmla="*/ 4100333 w 4100563"/>
              <a:gd name="connsiteY2" fmla="*/ 3614883 h 3614909"/>
              <a:gd name="connsiteX3" fmla="*/ 1767344 w 4100563"/>
              <a:gd name="connsiteY3" fmla="*/ 3597638 h 3614909"/>
              <a:gd name="connsiteX4" fmla="*/ 1733266 w 4100563"/>
              <a:gd name="connsiteY4" fmla="*/ 1854322 h 3614909"/>
              <a:gd name="connsiteX5" fmla="*/ 34078 w 4100563"/>
              <a:gd name="connsiteY5" fmla="*/ 1823429 h 3614909"/>
              <a:gd name="connsiteX6" fmla="*/ 0 w 4100563"/>
              <a:gd name="connsiteY6" fmla="*/ 40943 h 3614909"/>
              <a:gd name="connsiteX0" fmla="*/ 0 w 4100559"/>
              <a:gd name="connsiteY0" fmla="*/ 40943 h 3614901"/>
              <a:gd name="connsiteX1" fmla="*/ 4100333 w 4100559"/>
              <a:gd name="connsiteY1" fmla="*/ 0 h 3614901"/>
              <a:gd name="connsiteX2" fmla="*/ 4100333 w 4100559"/>
              <a:gd name="connsiteY2" fmla="*/ 3614883 h 3614901"/>
              <a:gd name="connsiteX3" fmla="*/ 1729244 w 4100559"/>
              <a:gd name="connsiteY3" fmla="*/ 3572238 h 3614901"/>
              <a:gd name="connsiteX4" fmla="*/ 1733266 w 4100559"/>
              <a:gd name="connsiteY4" fmla="*/ 1854322 h 3614901"/>
              <a:gd name="connsiteX5" fmla="*/ 34078 w 4100559"/>
              <a:gd name="connsiteY5" fmla="*/ 1823429 h 3614901"/>
              <a:gd name="connsiteX6" fmla="*/ 0 w 4100559"/>
              <a:gd name="connsiteY6" fmla="*/ 40943 h 3614901"/>
              <a:gd name="connsiteX0" fmla="*/ 0 w 4100559"/>
              <a:gd name="connsiteY0" fmla="*/ 40943 h 3614901"/>
              <a:gd name="connsiteX1" fmla="*/ 4100333 w 4100559"/>
              <a:gd name="connsiteY1" fmla="*/ 0 h 3614901"/>
              <a:gd name="connsiteX2" fmla="*/ 4100333 w 4100559"/>
              <a:gd name="connsiteY2" fmla="*/ 3614883 h 3614901"/>
              <a:gd name="connsiteX3" fmla="*/ 1729244 w 4100559"/>
              <a:gd name="connsiteY3" fmla="*/ 3572238 h 3614901"/>
              <a:gd name="connsiteX4" fmla="*/ 1752316 w 4100559"/>
              <a:gd name="connsiteY4" fmla="*/ 1784472 h 3614901"/>
              <a:gd name="connsiteX5" fmla="*/ 34078 w 4100559"/>
              <a:gd name="connsiteY5" fmla="*/ 1823429 h 3614901"/>
              <a:gd name="connsiteX6" fmla="*/ 0 w 4100559"/>
              <a:gd name="connsiteY6" fmla="*/ 40943 h 3614901"/>
              <a:gd name="connsiteX0" fmla="*/ 0 w 4100559"/>
              <a:gd name="connsiteY0" fmla="*/ 40943 h 3614901"/>
              <a:gd name="connsiteX1" fmla="*/ 4100333 w 4100559"/>
              <a:gd name="connsiteY1" fmla="*/ 0 h 3614901"/>
              <a:gd name="connsiteX2" fmla="*/ 4100333 w 4100559"/>
              <a:gd name="connsiteY2" fmla="*/ 3614883 h 3614901"/>
              <a:gd name="connsiteX3" fmla="*/ 1729244 w 4100559"/>
              <a:gd name="connsiteY3" fmla="*/ 3572238 h 3614901"/>
              <a:gd name="connsiteX4" fmla="*/ 1752316 w 4100559"/>
              <a:gd name="connsiteY4" fmla="*/ 1784472 h 3614901"/>
              <a:gd name="connsiteX5" fmla="*/ 34078 w 4100559"/>
              <a:gd name="connsiteY5" fmla="*/ 1823429 h 3614901"/>
              <a:gd name="connsiteX6" fmla="*/ 0 w 4100559"/>
              <a:gd name="connsiteY6" fmla="*/ 40943 h 3614901"/>
              <a:gd name="connsiteX0" fmla="*/ 0 w 4100333"/>
              <a:gd name="connsiteY0" fmla="*/ 40943 h 3576817"/>
              <a:gd name="connsiteX1" fmla="*/ 4100333 w 4100333"/>
              <a:gd name="connsiteY1" fmla="*/ 0 h 3576817"/>
              <a:gd name="connsiteX2" fmla="*/ 3998733 w 4100333"/>
              <a:gd name="connsiteY2" fmla="*/ 3576783 h 3576817"/>
              <a:gd name="connsiteX3" fmla="*/ 1729244 w 4100333"/>
              <a:gd name="connsiteY3" fmla="*/ 3572238 h 3576817"/>
              <a:gd name="connsiteX4" fmla="*/ 1752316 w 4100333"/>
              <a:gd name="connsiteY4" fmla="*/ 1784472 h 3576817"/>
              <a:gd name="connsiteX5" fmla="*/ 34078 w 4100333"/>
              <a:gd name="connsiteY5" fmla="*/ 1823429 h 3576817"/>
              <a:gd name="connsiteX6" fmla="*/ 0 w 4100333"/>
              <a:gd name="connsiteY6" fmla="*/ 40943 h 3576817"/>
              <a:gd name="connsiteX0" fmla="*/ 0 w 3998969"/>
              <a:gd name="connsiteY0" fmla="*/ 15543 h 3551417"/>
              <a:gd name="connsiteX1" fmla="*/ 3998733 w 3998969"/>
              <a:gd name="connsiteY1" fmla="*/ 0 h 3551417"/>
              <a:gd name="connsiteX2" fmla="*/ 3998733 w 3998969"/>
              <a:gd name="connsiteY2" fmla="*/ 3551383 h 3551417"/>
              <a:gd name="connsiteX3" fmla="*/ 1729244 w 3998969"/>
              <a:gd name="connsiteY3" fmla="*/ 3546838 h 3551417"/>
              <a:gd name="connsiteX4" fmla="*/ 1752316 w 3998969"/>
              <a:gd name="connsiteY4" fmla="*/ 1759072 h 3551417"/>
              <a:gd name="connsiteX5" fmla="*/ 34078 w 3998969"/>
              <a:gd name="connsiteY5" fmla="*/ 1798029 h 3551417"/>
              <a:gd name="connsiteX6" fmla="*/ 0 w 3998969"/>
              <a:gd name="connsiteY6" fmla="*/ 15543 h 3551417"/>
              <a:gd name="connsiteX0" fmla="*/ 0 w 5014898"/>
              <a:gd name="connsiteY0" fmla="*/ 15543 h 3564109"/>
              <a:gd name="connsiteX1" fmla="*/ 3998733 w 5014898"/>
              <a:gd name="connsiteY1" fmla="*/ 0 h 3564109"/>
              <a:gd name="connsiteX2" fmla="*/ 5014733 w 5014898"/>
              <a:gd name="connsiteY2" fmla="*/ 3564083 h 3564109"/>
              <a:gd name="connsiteX3" fmla="*/ 1729244 w 5014898"/>
              <a:gd name="connsiteY3" fmla="*/ 3546838 h 3564109"/>
              <a:gd name="connsiteX4" fmla="*/ 1752316 w 5014898"/>
              <a:gd name="connsiteY4" fmla="*/ 1759072 h 3564109"/>
              <a:gd name="connsiteX5" fmla="*/ 34078 w 5014898"/>
              <a:gd name="connsiteY5" fmla="*/ 1798029 h 3564109"/>
              <a:gd name="connsiteX6" fmla="*/ 0 w 5014898"/>
              <a:gd name="connsiteY6" fmla="*/ 15543 h 3564109"/>
              <a:gd name="connsiteX0" fmla="*/ 0 w 5061571"/>
              <a:gd name="connsiteY0" fmla="*/ 15543 h 3564109"/>
              <a:gd name="connsiteX1" fmla="*/ 3998733 w 5061571"/>
              <a:gd name="connsiteY1" fmla="*/ 0 h 3564109"/>
              <a:gd name="connsiteX2" fmla="*/ 5061571 w 5061571"/>
              <a:gd name="connsiteY2" fmla="*/ 1393335 h 3564109"/>
              <a:gd name="connsiteX3" fmla="*/ 5014733 w 5061571"/>
              <a:gd name="connsiteY3" fmla="*/ 3564083 h 3564109"/>
              <a:gd name="connsiteX4" fmla="*/ 1729244 w 5061571"/>
              <a:gd name="connsiteY4" fmla="*/ 3546838 h 3564109"/>
              <a:gd name="connsiteX5" fmla="*/ 1752316 w 5061571"/>
              <a:gd name="connsiteY5" fmla="*/ 1759072 h 3564109"/>
              <a:gd name="connsiteX6" fmla="*/ 34078 w 5061571"/>
              <a:gd name="connsiteY6" fmla="*/ 1798029 h 3564109"/>
              <a:gd name="connsiteX7" fmla="*/ 0 w 5061571"/>
              <a:gd name="connsiteY7" fmla="*/ 15543 h 3564109"/>
              <a:gd name="connsiteX0" fmla="*/ 0 w 5103794"/>
              <a:gd name="connsiteY0" fmla="*/ 15543 h 3557763"/>
              <a:gd name="connsiteX1" fmla="*/ 3998733 w 5103794"/>
              <a:gd name="connsiteY1" fmla="*/ 0 h 3557763"/>
              <a:gd name="connsiteX2" fmla="*/ 5061571 w 5103794"/>
              <a:gd name="connsiteY2" fmla="*/ 1393335 h 3557763"/>
              <a:gd name="connsiteX3" fmla="*/ 5103633 w 5103794"/>
              <a:gd name="connsiteY3" fmla="*/ 3557733 h 3557763"/>
              <a:gd name="connsiteX4" fmla="*/ 1729244 w 5103794"/>
              <a:gd name="connsiteY4" fmla="*/ 3546838 h 3557763"/>
              <a:gd name="connsiteX5" fmla="*/ 1752316 w 5103794"/>
              <a:gd name="connsiteY5" fmla="*/ 1759072 h 3557763"/>
              <a:gd name="connsiteX6" fmla="*/ 34078 w 5103794"/>
              <a:gd name="connsiteY6" fmla="*/ 1798029 h 3557763"/>
              <a:gd name="connsiteX7" fmla="*/ 0 w 5103794"/>
              <a:gd name="connsiteY7" fmla="*/ 15543 h 3557763"/>
              <a:gd name="connsiteX0" fmla="*/ 0 w 5383182"/>
              <a:gd name="connsiteY0" fmla="*/ 15543 h 3557763"/>
              <a:gd name="connsiteX1" fmla="*/ 3998733 w 5383182"/>
              <a:gd name="connsiteY1" fmla="*/ 0 h 3557763"/>
              <a:gd name="connsiteX2" fmla="*/ 5061571 w 5383182"/>
              <a:gd name="connsiteY2" fmla="*/ 1393335 h 3557763"/>
              <a:gd name="connsiteX3" fmla="*/ 5383033 w 5383182"/>
              <a:gd name="connsiteY3" fmla="*/ 3557733 h 3557763"/>
              <a:gd name="connsiteX4" fmla="*/ 1729244 w 5383182"/>
              <a:gd name="connsiteY4" fmla="*/ 3546838 h 3557763"/>
              <a:gd name="connsiteX5" fmla="*/ 1752316 w 5383182"/>
              <a:gd name="connsiteY5" fmla="*/ 1759072 h 3557763"/>
              <a:gd name="connsiteX6" fmla="*/ 34078 w 5383182"/>
              <a:gd name="connsiteY6" fmla="*/ 1798029 h 3557763"/>
              <a:gd name="connsiteX7" fmla="*/ 0 w 5383182"/>
              <a:gd name="connsiteY7" fmla="*/ 15543 h 3557763"/>
              <a:gd name="connsiteX0" fmla="*/ 0 w 5383182"/>
              <a:gd name="connsiteY0" fmla="*/ 15543 h 3557763"/>
              <a:gd name="connsiteX1" fmla="*/ 3998733 w 5383182"/>
              <a:gd name="connsiteY1" fmla="*/ 0 h 3557763"/>
              <a:gd name="connsiteX2" fmla="*/ 5347321 w 5383182"/>
              <a:gd name="connsiteY2" fmla="*/ 1406035 h 3557763"/>
              <a:gd name="connsiteX3" fmla="*/ 5383033 w 5383182"/>
              <a:gd name="connsiteY3" fmla="*/ 3557733 h 3557763"/>
              <a:gd name="connsiteX4" fmla="*/ 1729244 w 5383182"/>
              <a:gd name="connsiteY4" fmla="*/ 3546838 h 3557763"/>
              <a:gd name="connsiteX5" fmla="*/ 1752316 w 5383182"/>
              <a:gd name="connsiteY5" fmla="*/ 1759072 h 3557763"/>
              <a:gd name="connsiteX6" fmla="*/ 34078 w 5383182"/>
              <a:gd name="connsiteY6" fmla="*/ 1798029 h 3557763"/>
              <a:gd name="connsiteX7" fmla="*/ 0 w 5383182"/>
              <a:gd name="connsiteY7" fmla="*/ 15543 h 355776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5347321 w 5383182"/>
              <a:gd name="connsiteY2" fmla="*/ 1390815 h 3542543"/>
              <a:gd name="connsiteX3" fmla="*/ 5383033 w 5383182"/>
              <a:gd name="connsiteY3" fmla="*/ 3542513 h 3542543"/>
              <a:gd name="connsiteX4" fmla="*/ 1729244 w 5383182"/>
              <a:gd name="connsiteY4" fmla="*/ 3531618 h 3542543"/>
              <a:gd name="connsiteX5" fmla="*/ 1752316 w 5383182"/>
              <a:gd name="connsiteY5" fmla="*/ 1743852 h 3542543"/>
              <a:gd name="connsiteX6" fmla="*/ 34078 w 5383182"/>
              <a:gd name="connsiteY6" fmla="*/ 1782809 h 3542543"/>
              <a:gd name="connsiteX7" fmla="*/ 0 w 5383182"/>
              <a:gd name="connsiteY7" fmla="*/ 323 h 354254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2686670 w 5383182"/>
              <a:gd name="connsiteY2" fmla="*/ 1320965 h 3542543"/>
              <a:gd name="connsiteX3" fmla="*/ 5347321 w 5383182"/>
              <a:gd name="connsiteY3" fmla="*/ 1390815 h 3542543"/>
              <a:gd name="connsiteX4" fmla="*/ 5383033 w 5383182"/>
              <a:gd name="connsiteY4" fmla="*/ 3542513 h 3542543"/>
              <a:gd name="connsiteX5" fmla="*/ 1729244 w 5383182"/>
              <a:gd name="connsiteY5" fmla="*/ 3531618 h 3542543"/>
              <a:gd name="connsiteX6" fmla="*/ 1752316 w 5383182"/>
              <a:gd name="connsiteY6" fmla="*/ 1743852 h 3542543"/>
              <a:gd name="connsiteX7" fmla="*/ 34078 w 5383182"/>
              <a:gd name="connsiteY7" fmla="*/ 1782809 h 3542543"/>
              <a:gd name="connsiteX8" fmla="*/ 0 w 5383182"/>
              <a:gd name="connsiteY8" fmla="*/ 323 h 354254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2686670 w 5383182"/>
              <a:gd name="connsiteY2" fmla="*/ 1320965 h 3542543"/>
              <a:gd name="connsiteX3" fmla="*/ 5347321 w 5383182"/>
              <a:gd name="connsiteY3" fmla="*/ 1390815 h 3542543"/>
              <a:gd name="connsiteX4" fmla="*/ 5383033 w 5383182"/>
              <a:gd name="connsiteY4" fmla="*/ 3542513 h 3542543"/>
              <a:gd name="connsiteX5" fmla="*/ 1729244 w 5383182"/>
              <a:gd name="connsiteY5" fmla="*/ 3531618 h 3542543"/>
              <a:gd name="connsiteX6" fmla="*/ 1752316 w 5383182"/>
              <a:gd name="connsiteY6" fmla="*/ 1743852 h 3542543"/>
              <a:gd name="connsiteX7" fmla="*/ 34078 w 5383182"/>
              <a:gd name="connsiteY7" fmla="*/ 1782809 h 3542543"/>
              <a:gd name="connsiteX8" fmla="*/ 0 w 5383182"/>
              <a:gd name="connsiteY8" fmla="*/ 323 h 354254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2686670 w 5383182"/>
              <a:gd name="connsiteY2" fmla="*/ 1320965 h 3542543"/>
              <a:gd name="connsiteX3" fmla="*/ 5347321 w 5383182"/>
              <a:gd name="connsiteY3" fmla="*/ 1390815 h 3542543"/>
              <a:gd name="connsiteX4" fmla="*/ 5383033 w 5383182"/>
              <a:gd name="connsiteY4" fmla="*/ 3542513 h 3542543"/>
              <a:gd name="connsiteX5" fmla="*/ 1729244 w 5383182"/>
              <a:gd name="connsiteY5" fmla="*/ 3531618 h 3542543"/>
              <a:gd name="connsiteX6" fmla="*/ 1752316 w 5383182"/>
              <a:gd name="connsiteY6" fmla="*/ 1743852 h 3542543"/>
              <a:gd name="connsiteX7" fmla="*/ 34078 w 5383182"/>
              <a:gd name="connsiteY7" fmla="*/ 1782809 h 3542543"/>
              <a:gd name="connsiteX8" fmla="*/ 0 w 5383182"/>
              <a:gd name="connsiteY8" fmla="*/ 323 h 354254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2686670 w 5383182"/>
              <a:gd name="connsiteY2" fmla="*/ 1320965 h 3542543"/>
              <a:gd name="connsiteX3" fmla="*/ 5347321 w 5383182"/>
              <a:gd name="connsiteY3" fmla="*/ 1390815 h 3542543"/>
              <a:gd name="connsiteX4" fmla="*/ 5383033 w 5383182"/>
              <a:gd name="connsiteY4" fmla="*/ 3542513 h 3542543"/>
              <a:gd name="connsiteX5" fmla="*/ 1729244 w 5383182"/>
              <a:gd name="connsiteY5" fmla="*/ 3531618 h 3542543"/>
              <a:gd name="connsiteX6" fmla="*/ 1752316 w 5383182"/>
              <a:gd name="connsiteY6" fmla="*/ 1743852 h 3542543"/>
              <a:gd name="connsiteX7" fmla="*/ 34078 w 5383182"/>
              <a:gd name="connsiteY7" fmla="*/ 1782809 h 3542543"/>
              <a:gd name="connsiteX8" fmla="*/ 0 w 5383182"/>
              <a:gd name="connsiteY8" fmla="*/ 323 h 354254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2686670 w 5383182"/>
              <a:gd name="connsiteY2" fmla="*/ 1320965 h 3542543"/>
              <a:gd name="connsiteX3" fmla="*/ 5347321 w 5383182"/>
              <a:gd name="connsiteY3" fmla="*/ 1390815 h 3542543"/>
              <a:gd name="connsiteX4" fmla="*/ 5383033 w 5383182"/>
              <a:gd name="connsiteY4" fmla="*/ 3542513 h 3542543"/>
              <a:gd name="connsiteX5" fmla="*/ 1729244 w 5383182"/>
              <a:gd name="connsiteY5" fmla="*/ 3531618 h 3542543"/>
              <a:gd name="connsiteX6" fmla="*/ 1752316 w 5383182"/>
              <a:gd name="connsiteY6" fmla="*/ 1743852 h 3542543"/>
              <a:gd name="connsiteX7" fmla="*/ 34078 w 5383182"/>
              <a:gd name="connsiteY7" fmla="*/ 1782809 h 3542543"/>
              <a:gd name="connsiteX8" fmla="*/ 0 w 5383182"/>
              <a:gd name="connsiteY8" fmla="*/ 323 h 354254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2686670 w 5383182"/>
              <a:gd name="connsiteY2" fmla="*/ 1320965 h 3542543"/>
              <a:gd name="connsiteX3" fmla="*/ 5340971 w 5383182"/>
              <a:gd name="connsiteY3" fmla="*/ 1308265 h 3542543"/>
              <a:gd name="connsiteX4" fmla="*/ 5383033 w 5383182"/>
              <a:gd name="connsiteY4" fmla="*/ 3542513 h 3542543"/>
              <a:gd name="connsiteX5" fmla="*/ 1729244 w 5383182"/>
              <a:gd name="connsiteY5" fmla="*/ 3531618 h 3542543"/>
              <a:gd name="connsiteX6" fmla="*/ 1752316 w 5383182"/>
              <a:gd name="connsiteY6" fmla="*/ 1743852 h 3542543"/>
              <a:gd name="connsiteX7" fmla="*/ 34078 w 5383182"/>
              <a:gd name="connsiteY7" fmla="*/ 1782809 h 3542543"/>
              <a:gd name="connsiteX8" fmla="*/ 0 w 5383182"/>
              <a:gd name="connsiteY8" fmla="*/ 323 h 354254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2642220 w 5383182"/>
              <a:gd name="connsiteY2" fmla="*/ 1308265 h 3542543"/>
              <a:gd name="connsiteX3" fmla="*/ 5340971 w 5383182"/>
              <a:gd name="connsiteY3" fmla="*/ 1308265 h 3542543"/>
              <a:gd name="connsiteX4" fmla="*/ 5383033 w 5383182"/>
              <a:gd name="connsiteY4" fmla="*/ 3542513 h 3542543"/>
              <a:gd name="connsiteX5" fmla="*/ 1729244 w 5383182"/>
              <a:gd name="connsiteY5" fmla="*/ 3531618 h 3542543"/>
              <a:gd name="connsiteX6" fmla="*/ 1752316 w 5383182"/>
              <a:gd name="connsiteY6" fmla="*/ 1743852 h 3542543"/>
              <a:gd name="connsiteX7" fmla="*/ 34078 w 5383182"/>
              <a:gd name="connsiteY7" fmla="*/ 1782809 h 3542543"/>
              <a:gd name="connsiteX8" fmla="*/ 0 w 5383182"/>
              <a:gd name="connsiteY8" fmla="*/ 323 h 3542543"/>
              <a:gd name="connsiteX0" fmla="*/ 0 w 5383182"/>
              <a:gd name="connsiteY0" fmla="*/ 323 h 3542543"/>
              <a:gd name="connsiteX1" fmla="*/ 2627133 w 5383182"/>
              <a:gd name="connsiteY1" fmla="*/ 3830 h 3542543"/>
              <a:gd name="connsiteX2" fmla="*/ 2642220 w 5383182"/>
              <a:gd name="connsiteY2" fmla="*/ 1308265 h 3542543"/>
              <a:gd name="connsiteX3" fmla="*/ 5379071 w 5383182"/>
              <a:gd name="connsiteY3" fmla="*/ 1308265 h 3542543"/>
              <a:gd name="connsiteX4" fmla="*/ 5383033 w 5383182"/>
              <a:gd name="connsiteY4" fmla="*/ 3542513 h 3542543"/>
              <a:gd name="connsiteX5" fmla="*/ 1729244 w 5383182"/>
              <a:gd name="connsiteY5" fmla="*/ 3531618 h 3542543"/>
              <a:gd name="connsiteX6" fmla="*/ 1752316 w 5383182"/>
              <a:gd name="connsiteY6" fmla="*/ 1743852 h 3542543"/>
              <a:gd name="connsiteX7" fmla="*/ 34078 w 5383182"/>
              <a:gd name="connsiteY7" fmla="*/ 1782809 h 3542543"/>
              <a:gd name="connsiteX8" fmla="*/ 0 w 5383182"/>
              <a:gd name="connsiteY8" fmla="*/ 323 h 3542543"/>
              <a:gd name="connsiteX0" fmla="*/ 0 w 5383182"/>
              <a:gd name="connsiteY0" fmla="*/ 330 h 3542550"/>
              <a:gd name="connsiteX1" fmla="*/ 2627133 w 5383182"/>
              <a:gd name="connsiteY1" fmla="*/ 3837 h 3542550"/>
              <a:gd name="connsiteX2" fmla="*/ 2642220 w 5383182"/>
              <a:gd name="connsiteY2" fmla="*/ 1308272 h 3542550"/>
              <a:gd name="connsiteX3" fmla="*/ 5379071 w 5383182"/>
              <a:gd name="connsiteY3" fmla="*/ 1308272 h 3542550"/>
              <a:gd name="connsiteX4" fmla="*/ 5383033 w 5383182"/>
              <a:gd name="connsiteY4" fmla="*/ 3542520 h 3542550"/>
              <a:gd name="connsiteX5" fmla="*/ 1729244 w 5383182"/>
              <a:gd name="connsiteY5" fmla="*/ 3531625 h 3542550"/>
              <a:gd name="connsiteX6" fmla="*/ 1752316 w 5383182"/>
              <a:gd name="connsiteY6" fmla="*/ 1743859 h 3542550"/>
              <a:gd name="connsiteX7" fmla="*/ 21378 w 5383182"/>
              <a:gd name="connsiteY7" fmla="*/ 1738366 h 3542550"/>
              <a:gd name="connsiteX8" fmla="*/ 0 w 5383182"/>
              <a:gd name="connsiteY8" fmla="*/ 330 h 3542550"/>
              <a:gd name="connsiteX0" fmla="*/ 16730 w 5399912"/>
              <a:gd name="connsiteY0" fmla="*/ 332 h 3542552"/>
              <a:gd name="connsiteX1" fmla="*/ 2643863 w 5399912"/>
              <a:gd name="connsiteY1" fmla="*/ 3839 h 3542552"/>
              <a:gd name="connsiteX2" fmla="*/ 2658950 w 5399912"/>
              <a:gd name="connsiteY2" fmla="*/ 1308274 h 3542552"/>
              <a:gd name="connsiteX3" fmla="*/ 5395801 w 5399912"/>
              <a:gd name="connsiteY3" fmla="*/ 1308274 h 3542552"/>
              <a:gd name="connsiteX4" fmla="*/ 5399763 w 5399912"/>
              <a:gd name="connsiteY4" fmla="*/ 3542522 h 3542552"/>
              <a:gd name="connsiteX5" fmla="*/ 1745974 w 5399912"/>
              <a:gd name="connsiteY5" fmla="*/ 3531627 h 3542552"/>
              <a:gd name="connsiteX6" fmla="*/ 1769046 w 5399912"/>
              <a:gd name="connsiteY6" fmla="*/ 1743861 h 3542552"/>
              <a:gd name="connsiteX7" fmla="*/ 8 w 5399912"/>
              <a:gd name="connsiteY7" fmla="*/ 1725668 h 3542552"/>
              <a:gd name="connsiteX8" fmla="*/ 16730 w 5399912"/>
              <a:gd name="connsiteY8" fmla="*/ 332 h 3542552"/>
              <a:gd name="connsiteX0" fmla="*/ 16730 w 5399912"/>
              <a:gd name="connsiteY0" fmla="*/ 332 h 3542552"/>
              <a:gd name="connsiteX1" fmla="*/ 2643863 w 5399912"/>
              <a:gd name="connsiteY1" fmla="*/ 3839 h 3542552"/>
              <a:gd name="connsiteX2" fmla="*/ 2658950 w 5399912"/>
              <a:gd name="connsiteY2" fmla="*/ 1308274 h 3542552"/>
              <a:gd name="connsiteX3" fmla="*/ 5395801 w 5399912"/>
              <a:gd name="connsiteY3" fmla="*/ 1308274 h 3542552"/>
              <a:gd name="connsiteX4" fmla="*/ 5399763 w 5399912"/>
              <a:gd name="connsiteY4" fmla="*/ 3542522 h 3542552"/>
              <a:gd name="connsiteX5" fmla="*/ 1745974 w 5399912"/>
              <a:gd name="connsiteY5" fmla="*/ 3531627 h 3542552"/>
              <a:gd name="connsiteX6" fmla="*/ 1737296 w 5399912"/>
              <a:gd name="connsiteY6" fmla="*/ 1750211 h 3542552"/>
              <a:gd name="connsiteX7" fmla="*/ 8 w 5399912"/>
              <a:gd name="connsiteY7" fmla="*/ 1725668 h 3542552"/>
              <a:gd name="connsiteX8" fmla="*/ 16730 w 5399912"/>
              <a:gd name="connsiteY8" fmla="*/ 332 h 3542552"/>
              <a:gd name="connsiteX0" fmla="*/ 16730 w 5399915"/>
              <a:gd name="connsiteY0" fmla="*/ 332 h 3542572"/>
              <a:gd name="connsiteX1" fmla="*/ 2643863 w 5399915"/>
              <a:gd name="connsiteY1" fmla="*/ 3839 h 3542572"/>
              <a:gd name="connsiteX2" fmla="*/ 2658950 w 5399915"/>
              <a:gd name="connsiteY2" fmla="*/ 1308274 h 3542572"/>
              <a:gd name="connsiteX3" fmla="*/ 5395801 w 5399915"/>
              <a:gd name="connsiteY3" fmla="*/ 1308274 h 3542572"/>
              <a:gd name="connsiteX4" fmla="*/ 5399763 w 5399915"/>
              <a:gd name="connsiteY4" fmla="*/ 3542522 h 3542572"/>
              <a:gd name="connsiteX5" fmla="*/ 1745974 w 5399915"/>
              <a:gd name="connsiteY5" fmla="*/ 3531627 h 3542572"/>
              <a:gd name="connsiteX6" fmla="*/ 1737296 w 5399915"/>
              <a:gd name="connsiteY6" fmla="*/ 1750211 h 3542572"/>
              <a:gd name="connsiteX7" fmla="*/ 8 w 5399915"/>
              <a:gd name="connsiteY7" fmla="*/ 1725668 h 3542572"/>
              <a:gd name="connsiteX8" fmla="*/ 16730 w 5399915"/>
              <a:gd name="connsiteY8" fmla="*/ 332 h 3542572"/>
              <a:gd name="connsiteX0" fmla="*/ 16730 w 5395945"/>
              <a:gd name="connsiteY0" fmla="*/ 332 h 3531802"/>
              <a:gd name="connsiteX1" fmla="*/ 2643863 w 5395945"/>
              <a:gd name="connsiteY1" fmla="*/ 3839 h 3531802"/>
              <a:gd name="connsiteX2" fmla="*/ 2658950 w 5395945"/>
              <a:gd name="connsiteY2" fmla="*/ 1308274 h 3531802"/>
              <a:gd name="connsiteX3" fmla="*/ 5395801 w 5395945"/>
              <a:gd name="connsiteY3" fmla="*/ 1308274 h 3531802"/>
              <a:gd name="connsiteX4" fmla="*/ 5390238 w 5395945"/>
              <a:gd name="connsiteY4" fmla="*/ 3256772 h 3531802"/>
              <a:gd name="connsiteX5" fmla="*/ 1745974 w 5395945"/>
              <a:gd name="connsiteY5" fmla="*/ 3531627 h 3531802"/>
              <a:gd name="connsiteX6" fmla="*/ 1737296 w 5395945"/>
              <a:gd name="connsiteY6" fmla="*/ 1750211 h 3531802"/>
              <a:gd name="connsiteX7" fmla="*/ 8 w 5395945"/>
              <a:gd name="connsiteY7" fmla="*/ 1725668 h 3531802"/>
              <a:gd name="connsiteX8" fmla="*/ 16730 w 5395945"/>
              <a:gd name="connsiteY8" fmla="*/ 332 h 3531802"/>
              <a:gd name="connsiteX0" fmla="*/ 16730 w 5395945"/>
              <a:gd name="connsiteY0" fmla="*/ 332 h 3265132"/>
              <a:gd name="connsiteX1" fmla="*/ 2643863 w 5395945"/>
              <a:gd name="connsiteY1" fmla="*/ 3839 h 3265132"/>
              <a:gd name="connsiteX2" fmla="*/ 2658950 w 5395945"/>
              <a:gd name="connsiteY2" fmla="*/ 1308274 h 3265132"/>
              <a:gd name="connsiteX3" fmla="*/ 5395801 w 5395945"/>
              <a:gd name="connsiteY3" fmla="*/ 1308274 h 3265132"/>
              <a:gd name="connsiteX4" fmla="*/ 5390238 w 5395945"/>
              <a:gd name="connsiteY4" fmla="*/ 3256772 h 3265132"/>
              <a:gd name="connsiteX5" fmla="*/ 1736449 w 5395945"/>
              <a:gd name="connsiteY5" fmla="*/ 3264927 h 3265132"/>
              <a:gd name="connsiteX6" fmla="*/ 1737296 w 5395945"/>
              <a:gd name="connsiteY6" fmla="*/ 1750211 h 3265132"/>
              <a:gd name="connsiteX7" fmla="*/ 8 w 5395945"/>
              <a:gd name="connsiteY7" fmla="*/ 1725668 h 3265132"/>
              <a:gd name="connsiteX8" fmla="*/ 16730 w 5395945"/>
              <a:gd name="connsiteY8" fmla="*/ 332 h 3265132"/>
              <a:gd name="connsiteX0" fmla="*/ 16730 w 5395847"/>
              <a:gd name="connsiteY0" fmla="*/ 332 h 3265132"/>
              <a:gd name="connsiteX1" fmla="*/ 2643863 w 5395847"/>
              <a:gd name="connsiteY1" fmla="*/ 3839 h 3265132"/>
              <a:gd name="connsiteX2" fmla="*/ 2658950 w 5395847"/>
              <a:gd name="connsiteY2" fmla="*/ 1308274 h 3265132"/>
              <a:gd name="connsiteX3" fmla="*/ 5395801 w 5395847"/>
              <a:gd name="connsiteY3" fmla="*/ 1308274 h 3265132"/>
              <a:gd name="connsiteX4" fmla="*/ 5371188 w 5395847"/>
              <a:gd name="connsiteY4" fmla="*/ 2932922 h 3265132"/>
              <a:gd name="connsiteX5" fmla="*/ 1736449 w 5395847"/>
              <a:gd name="connsiteY5" fmla="*/ 3264927 h 3265132"/>
              <a:gd name="connsiteX6" fmla="*/ 1737296 w 5395847"/>
              <a:gd name="connsiteY6" fmla="*/ 1750211 h 3265132"/>
              <a:gd name="connsiteX7" fmla="*/ 8 w 5395847"/>
              <a:gd name="connsiteY7" fmla="*/ 1725668 h 3265132"/>
              <a:gd name="connsiteX8" fmla="*/ 16730 w 5395847"/>
              <a:gd name="connsiteY8" fmla="*/ 332 h 3265132"/>
              <a:gd name="connsiteX0" fmla="*/ 16730 w 5395847"/>
              <a:gd name="connsiteY0" fmla="*/ 332 h 3036569"/>
              <a:gd name="connsiteX1" fmla="*/ 2643863 w 5395847"/>
              <a:gd name="connsiteY1" fmla="*/ 3839 h 3036569"/>
              <a:gd name="connsiteX2" fmla="*/ 2658950 w 5395847"/>
              <a:gd name="connsiteY2" fmla="*/ 1308274 h 3036569"/>
              <a:gd name="connsiteX3" fmla="*/ 5395801 w 5395847"/>
              <a:gd name="connsiteY3" fmla="*/ 1308274 h 3036569"/>
              <a:gd name="connsiteX4" fmla="*/ 5371188 w 5395847"/>
              <a:gd name="connsiteY4" fmla="*/ 2932922 h 3036569"/>
              <a:gd name="connsiteX5" fmla="*/ 1717399 w 5395847"/>
              <a:gd name="connsiteY5" fmla="*/ 3036327 h 3036569"/>
              <a:gd name="connsiteX6" fmla="*/ 1737296 w 5395847"/>
              <a:gd name="connsiteY6" fmla="*/ 1750211 h 3036569"/>
              <a:gd name="connsiteX7" fmla="*/ 8 w 5395847"/>
              <a:gd name="connsiteY7" fmla="*/ 1725668 h 3036569"/>
              <a:gd name="connsiteX8" fmla="*/ 16730 w 5395847"/>
              <a:gd name="connsiteY8" fmla="*/ 332 h 3036569"/>
              <a:gd name="connsiteX0" fmla="*/ 16730 w 5395847"/>
              <a:gd name="connsiteY0" fmla="*/ 332 h 3037773"/>
              <a:gd name="connsiteX1" fmla="*/ 2643863 w 5395847"/>
              <a:gd name="connsiteY1" fmla="*/ 3839 h 3037773"/>
              <a:gd name="connsiteX2" fmla="*/ 2658950 w 5395847"/>
              <a:gd name="connsiteY2" fmla="*/ 1308274 h 3037773"/>
              <a:gd name="connsiteX3" fmla="*/ 5395801 w 5395847"/>
              <a:gd name="connsiteY3" fmla="*/ 1308274 h 3037773"/>
              <a:gd name="connsiteX4" fmla="*/ 5371188 w 5395847"/>
              <a:gd name="connsiteY4" fmla="*/ 3037697 h 3037773"/>
              <a:gd name="connsiteX5" fmla="*/ 1717399 w 5395847"/>
              <a:gd name="connsiteY5" fmla="*/ 3036327 h 3037773"/>
              <a:gd name="connsiteX6" fmla="*/ 1737296 w 5395847"/>
              <a:gd name="connsiteY6" fmla="*/ 1750211 h 3037773"/>
              <a:gd name="connsiteX7" fmla="*/ 8 w 5395847"/>
              <a:gd name="connsiteY7" fmla="*/ 1725668 h 3037773"/>
              <a:gd name="connsiteX8" fmla="*/ 16730 w 5395847"/>
              <a:gd name="connsiteY8" fmla="*/ 332 h 3037773"/>
              <a:gd name="connsiteX0" fmla="*/ 16730 w 5399914"/>
              <a:gd name="connsiteY0" fmla="*/ 332 h 3037773"/>
              <a:gd name="connsiteX1" fmla="*/ 2643863 w 5399914"/>
              <a:gd name="connsiteY1" fmla="*/ 3839 h 3037773"/>
              <a:gd name="connsiteX2" fmla="*/ 2658950 w 5399914"/>
              <a:gd name="connsiteY2" fmla="*/ 1308274 h 3037773"/>
              <a:gd name="connsiteX3" fmla="*/ 5395801 w 5399914"/>
              <a:gd name="connsiteY3" fmla="*/ 1308274 h 3037773"/>
              <a:gd name="connsiteX4" fmla="*/ 5399763 w 5399914"/>
              <a:gd name="connsiteY4" fmla="*/ 3037697 h 3037773"/>
              <a:gd name="connsiteX5" fmla="*/ 1717399 w 5399914"/>
              <a:gd name="connsiteY5" fmla="*/ 3036327 h 3037773"/>
              <a:gd name="connsiteX6" fmla="*/ 1737296 w 5399914"/>
              <a:gd name="connsiteY6" fmla="*/ 1750211 h 3037773"/>
              <a:gd name="connsiteX7" fmla="*/ 8 w 5399914"/>
              <a:gd name="connsiteY7" fmla="*/ 1725668 h 3037773"/>
              <a:gd name="connsiteX8" fmla="*/ 16730 w 5399914"/>
              <a:gd name="connsiteY8" fmla="*/ 332 h 3037773"/>
              <a:gd name="connsiteX0" fmla="*/ 16730 w 5399916"/>
              <a:gd name="connsiteY0" fmla="*/ 332 h 3037773"/>
              <a:gd name="connsiteX1" fmla="*/ 2643863 w 5399916"/>
              <a:gd name="connsiteY1" fmla="*/ 3839 h 3037773"/>
              <a:gd name="connsiteX2" fmla="*/ 2658950 w 5399916"/>
              <a:gd name="connsiteY2" fmla="*/ 1308274 h 3037773"/>
              <a:gd name="connsiteX3" fmla="*/ 5395801 w 5399916"/>
              <a:gd name="connsiteY3" fmla="*/ 1308274 h 3037773"/>
              <a:gd name="connsiteX4" fmla="*/ 5399763 w 5399916"/>
              <a:gd name="connsiteY4" fmla="*/ 3037697 h 3037773"/>
              <a:gd name="connsiteX5" fmla="*/ 1765024 w 5399916"/>
              <a:gd name="connsiteY5" fmla="*/ 3036327 h 3037773"/>
              <a:gd name="connsiteX6" fmla="*/ 1737296 w 5399916"/>
              <a:gd name="connsiteY6" fmla="*/ 1750211 h 3037773"/>
              <a:gd name="connsiteX7" fmla="*/ 8 w 5399916"/>
              <a:gd name="connsiteY7" fmla="*/ 1725668 h 3037773"/>
              <a:gd name="connsiteX8" fmla="*/ 16730 w 5399916"/>
              <a:gd name="connsiteY8" fmla="*/ 332 h 3037773"/>
              <a:gd name="connsiteX0" fmla="*/ 16730 w 5399915"/>
              <a:gd name="connsiteY0" fmla="*/ 332 h 3046092"/>
              <a:gd name="connsiteX1" fmla="*/ 2643863 w 5399915"/>
              <a:gd name="connsiteY1" fmla="*/ 3839 h 3046092"/>
              <a:gd name="connsiteX2" fmla="*/ 2658950 w 5399915"/>
              <a:gd name="connsiteY2" fmla="*/ 1308274 h 3046092"/>
              <a:gd name="connsiteX3" fmla="*/ 5395801 w 5399915"/>
              <a:gd name="connsiteY3" fmla="*/ 1308274 h 3046092"/>
              <a:gd name="connsiteX4" fmla="*/ 5399763 w 5399915"/>
              <a:gd name="connsiteY4" fmla="*/ 3037697 h 3046092"/>
              <a:gd name="connsiteX5" fmla="*/ 1745974 w 5399915"/>
              <a:gd name="connsiteY5" fmla="*/ 3045852 h 3046092"/>
              <a:gd name="connsiteX6" fmla="*/ 1737296 w 5399915"/>
              <a:gd name="connsiteY6" fmla="*/ 1750211 h 3046092"/>
              <a:gd name="connsiteX7" fmla="*/ 8 w 5399915"/>
              <a:gd name="connsiteY7" fmla="*/ 1725668 h 3046092"/>
              <a:gd name="connsiteX8" fmla="*/ 16730 w 5399915"/>
              <a:gd name="connsiteY8" fmla="*/ 332 h 3046092"/>
              <a:gd name="connsiteX0" fmla="*/ 16730 w 5399915"/>
              <a:gd name="connsiteY0" fmla="*/ 332 h 3045852"/>
              <a:gd name="connsiteX1" fmla="*/ 2643863 w 5399915"/>
              <a:gd name="connsiteY1" fmla="*/ 3839 h 3045852"/>
              <a:gd name="connsiteX2" fmla="*/ 2658950 w 5399915"/>
              <a:gd name="connsiteY2" fmla="*/ 1308274 h 3045852"/>
              <a:gd name="connsiteX3" fmla="*/ 5395801 w 5399915"/>
              <a:gd name="connsiteY3" fmla="*/ 1308274 h 3045852"/>
              <a:gd name="connsiteX4" fmla="*/ 5399763 w 5399915"/>
              <a:gd name="connsiteY4" fmla="*/ 3037697 h 3045852"/>
              <a:gd name="connsiteX5" fmla="*/ 1745974 w 5399915"/>
              <a:gd name="connsiteY5" fmla="*/ 3045852 h 3045852"/>
              <a:gd name="connsiteX6" fmla="*/ 1737296 w 5399915"/>
              <a:gd name="connsiteY6" fmla="*/ 1750211 h 3045852"/>
              <a:gd name="connsiteX7" fmla="*/ 8 w 5399915"/>
              <a:gd name="connsiteY7" fmla="*/ 1725668 h 3045852"/>
              <a:gd name="connsiteX8" fmla="*/ 16730 w 5399915"/>
              <a:gd name="connsiteY8" fmla="*/ 332 h 3045852"/>
              <a:gd name="connsiteX0" fmla="*/ 16730 w 5399932"/>
              <a:gd name="connsiteY0" fmla="*/ 332 h 3046054"/>
              <a:gd name="connsiteX1" fmla="*/ 2643863 w 5399932"/>
              <a:gd name="connsiteY1" fmla="*/ 3839 h 3046054"/>
              <a:gd name="connsiteX2" fmla="*/ 2658950 w 5399932"/>
              <a:gd name="connsiteY2" fmla="*/ 1308274 h 3046054"/>
              <a:gd name="connsiteX3" fmla="*/ 5395801 w 5399932"/>
              <a:gd name="connsiteY3" fmla="*/ 1308274 h 3046054"/>
              <a:gd name="connsiteX4" fmla="*/ 5399763 w 5399932"/>
              <a:gd name="connsiteY4" fmla="*/ 3037697 h 3046054"/>
              <a:gd name="connsiteX5" fmla="*/ 1745974 w 5399932"/>
              <a:gd name="connsiteY5" fmla="*/ 3045852 h 3046054"/>
              <a:gd name="connsiteX6" fmla="*/ 1737296 w 5399932"/>
              <a:gd name="connsiteY6" fmla="*/ 1750211 h 3046054"/>
              <a:gd name="connsiteX7" fmla="*/ 8 w 5399932"/>
              <a:gd name="connsiteY7" fmla="*/ 1725668 h 3046054"/>
              <a:gd name="connsiteX8" fmla="*/ 16730 w 5399932"/>
              <a:gd name="connsiteY8" fmla="*/ 332 h 3046054"/>
              <a:gd name="connsiteX0" fmla="*/ 16730 w 5399932"/>
              <a:gd name="connsiteY0" fmla="*/ 332 h 3046054"/>
              <a:gd name="connsiteX1" fmla="*/ 2643863 w 5399932"/>
              <a:gd name="connsiteY1" fmla="*/ 3839 h 3046054"/>
              <a:gd name="connsiteX2" fmla="*/ 2658950 w 5399932"/>
              <a:gd name="connsiteY2" fmla="*/ 1308274 h 3046054"/>
              <a:gd name="connsiteX3" fmla="*/ 5395801 w 5399932"/>
              <a:gd name="connsiteY3" fmla="*/ 1308274 h 3046054"/>
              <a:gd name="connsiteX4" fmla="*/ 5399763 w 5399932"/>
              <a:gd name="connsiteY4" fmla="*/ 3037697 h 3046054"/>
              <a:gd name="connsiteX5" fmla="*/ 1745974 w 5399932"/>
              <a:gd name="connsiteY5" fmla="*/ 3045852 h 3046054"/>
              <a:gd name="connsiteX6" fmla="*/ 1737296 w 5399932"/>
              <a:gd name="connsiteY6" fmla="*/ 1750211 h 3046054"/>
              <a:gd name="connsiteX7" fmla="*/ 8 w 5399932"/>
              <a:gd name="connsiteY7" fmla="*/ 1725668 h 3046054"/>
              <a:gd name="connsiteX8" fmla="*/ 16730 w 5399932"/>
              <a:gd name="connsiteY8" fmla="*/ 332 h 3046054"/>
              <a:gd name="connsiteX0" fmla="*/ 16731 w 5399933"/>
              <a:gd name="connsiteY0" fmla="*/ 332 h 3046054"/>
              <a:gd name="connsiteX1" fmla="*/ 2643864 w 5399933"/>
              <a:gd name="connsiteY1" fmla="*/ 3839 h 3046054"/>
              <a:gd name="connsiteX2" fmla="*/ 2658951 w 5399933"/>
              <a:gd name="connsiteY2" fmla="*/ 1308274 h 3046054"/>
              <a:gd name="connsiteX3" fmla="*/ 5395802 w 5399933"/>
              <a:gd name="connsiteY3" fmla="*/ 1308274 h 3046054"/>
              <a:gd name="connsiteX4" fmla="*/ 5399764 w 5399933"/>
              <a:gd name="connsiteY4" fmla="*/ 3037697 h 3046054"/>
              <a:gd name="connsiteX5" fmla="*/ 1745975 w 5399933"/>
              <a:gd name="connsiteY5" fmla="*/ 3045852 h 3046054"/>
              <a:gd name="connsiteX6" fmla="*/ 1737297 w 5399933"/>
              <a:gd name="connsiteY6" fmla="*/ 1750211 h 3046054"/>
              <a:gd name="connsiteX7" fmla="*/ 9 w 5399933"/>
              <a:gd name="connsiteY7" fmla="*/ 1725668 h 3046054"/>
              <a:gd name="connsiteX8" fmla="*/ 16731 w 5399933"/>
              <a:gd name="connsiteY8" fmla="*/ 332 h 3046054"/>
              <a:gd name="connsiteX0" fmla="*/ 16731 w 5399933"/>
              <a:gd name="connsiteY0" fmla="*/ 332 h 3046054"/>
              <a:gd name="connsiteX1" fmla="*/ 2643864 w 5399933"/>
              <a:gd name="connsiteY1" fmla="*/ 3839 h 3046054"/>
              <a:gd name="connsiteX2" fmla="*/ 2658951 w 5399933"/>
              <a:gd name="connsiteY2" fmla="*/ 1308274 h 3046054"/>
              <a:gd name="connsiteX3" fmla="*/ 5395802 w 5399933"/>
              <a:gd name="connsiteY3" fmla="*/ 1308274 h 3046054"/>
              <a:gd name="connsiteX4" fmla="*/ 5399764 w 5399933"/>
              <a:gd name="connsiteY4" fmla="*/ 3037697 h 3046054"/>
              <a:gd name="connsiteX5" fmla="*/ 1745975 w 5399933"/>
              <a:gd name="connsiteY5" fmla="*/ 3045852 h 3046054"/>
              <a:gd name="connsiteX6" fmla="*/ 1751585 w 5399933"/>
              <a:gd name="connsiteY6" fmla="*/ 1750211 h 3046054"/>
              <a:gd name="connsiteX7" fmla="*/ 9 w 5399933"/>
              <a:gd name="connsiteY7" fmla="*/ 1725668 h 3046054"/>
              <a:gd name="connsiteX8" fmla="*/ 16731 w 5399933"/>
              <a:gd name="connsiteY8" fmla="*/ 332 h 3046054"/>
              <a:gd name="connsiteX0" fmla="*/ 16731 w 5399933"/>
              <a:gd name="connsiteY0" fmla="*/ 332 h 3046054"/>
              <a:gd name="connsiteX1" fmla="*/ 2643864 w 5399933"/>
              <a:gd name="connsiteY1" fmla="*/ 3839 h 3046054"/>
              <a:gd name="connsiteX2" fmla="*/ 2658951 w 5399933"/>
              <a:gd name="connsiteY2" fmla="*/ 1308274 h 3046054"/>
              <a:gd name="connsiteX3" fmla="*/ 5395802 w 5399933"/>
              <a:gd name="connsiteY3" fmla="*/ 1308274 h 3046054"/>
              <a:gd name="connsiteX4" fmla="*/ 5399764 w 5399933"/>
              <a:gd name="connsiteY4" fmla="*/ 3037697 h 3046054"/>
              <a:gd name="connsiteX5" fmla="*/ 1745975 w 5399933"/>
              <a:gd name="connsiteY5" fmla="*/ 3045852 h 3046054"/>
              <a:gd name="connsiteX6" fmla="*/ 1751585 w 5399933"/>
              <a:gd name="connsiteY6" fmla="*/ 1750211 h 3046054"/>
              <a:gd name="connsiteX7" fmla="*/ 9 w 5399933"/>
              <a:gd name="connsiteY7" fmla="*/ 1725668 h 3046054"/>
              <a:gd name="connsiteX8" fmla="*/ 16731 w 5399933"/>
              <a:gd name="connsiteY8" fmla="*/ 332 h 3046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9933" h="3046054">
                <a:moveTo>
                  <a:pt x="16731" y="332"/>
                </a:moveTo>
                <a:lnTo>
                  <a:pt x="2643864" y="3839"/>
                </a:lnTo>
                <a:cubicBezTo>
                  <a:pt x="2667251" y="545679"/>
                  <a:pt x="2650086" y="1305710"/>
                  <a:pt x="2658951" y="1308274"/>
                </a:cubicBezTo>
                <a:cubicBezTo>
                  <a:pt x="2642416" y="1298138"/>
                  <a:pt x="4998267" y="1316899"/>
                  <a:pt x="5395802" y="1308274"/>
                </a:cubicBezTo>
                <a:cubicBezTo>
                  <a:pt x="5397123" y="2053023"/>
                  <a:pt x="5398443" y="2292948"/>
                  <a:pt x="5399764" y="3037697"/>
                </a:cubicBezTo>
                <a:cubicBezTo>
                  <a:pt x="5427189" y="3039076"/>
                  <a:pt x="2123344" y="3047451"/>
                  <a:pt x="1745975" y="3045852"/>
                </a:cubicBezTo>
                <a:cubicBezTo>
                  <a:pt x="1748528" y="2694849"/>
                  <a:pt x="1751738" y="1894591"/>
                  <a:pt x="1751585" y="1750211"/>
                </a:cubicBezTo>
                <a:cubicBezTo>
                  <a:pt x="1574081" y="1750357"/>
                  <a:pt x="-4540" y="1734471"/>
                  <a:pt x="9" y="1725668"/>
                </a:cubicBezTo>
                <a:cubicBezTo>
                  <a:pt x="12520" y="1744160"/>
                  <a:pt x="37332" y="-27858"/>
                  <a:pt x="16731" y="332"/>
                </a:cubicBezTo>
                <a:close/>
              </a:path>
            </a:pathLst>
          </a:cu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en-US" sz="2079">
              <a:latin typeface="Tahoma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16085" y="3757652"/>
            <a:ext cx="2576968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90" b="1" i="1" dirty="0">
                <a:solidFill>
                  <a:srgbClr val="00B050"/>
                </a:solidFill>
              </a:rPr>
              <a:t>Covered in </a:t>
            </a:r>
          </a:p>
          <a:p>
            <a:r>
              <a:rPr lang="en-US" sz="1890" b="1" i="1" dirty="0">
                <a:solidFill>
                  <a:srgbClr val="00B050"/>
                </a:solidFill>
              </a:rPr>
              <a:t>This course</a:t>
            </a:r>
          </a:p>
        </p:txBody>
      </p:sp>
      <p:cxnSp>
        <p:nvCxnSpPr>
          <p:cNvPr id="40" name="Straight Connector 39"/>
          <p:cNvCxnSpPr/>
          <p:nvPr/>
        </p:nvCxnSpPr>
        <p:spPr bwMode="auto">
          <a:xfrm flipV="1">
            <a:off x="8951200" y="4403000"/>
            <a:ext cx="491368" cy="27902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9774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7255165" y="2152496"/>
            <a:ext cx="1344036" cy="1281035"/>
          </a:xfrm>
          <a:custGeom>
            <a:avLst/>
            <a:gdLst>
              <a:gd name="connsiteX0" fmla="*/ 0 w 317500"/>
              <a:gd name="connsiteY0" fmla="*/ 0 h 393700"/>
              <a:gd name="connsiteX1" fmla="*/ 317500 w 317500"/>
              <a:gd name="connsiteY1" fmla="*/ 0 h 393700"/>
              <a:gd name="connsiteX2" fmla="*/ 317500 w 317500"/>
              <a:gd name="connsiteY2" fmla="*/ 393700 h 393700"/>
              <a:gd name="connsiteX3" fmla="*/ 0 w 317500"/>
              <a:gd name="connsiteY3" fmla="*/ 393700 h 393700"/>
              <a:gd name="connsiteX4" fmla="*/ 0 w 317500"/>
              <a:gd name="connsiteY4" fmla="*/ 0 h 393700"/>
              <a:gd name="connsiteX0" fmla="*/ 0 w 666750"/>
              <a:gd name="connsiteY0" fmla="*/ 6350 h 393700"/>
              <a:gd name="connsiteX1" fmla="*/ 666750 w 666750"/>
              <a:gd name="connsiteY1" fmla="*/ 0 h 393700"/>
              <a:gd name="connsiteX2" fmla="*/ 666750 w 666750"/>
              <a:gd name="connsiteY2" fmla="*/ 393700 h 393700"/>
              <a:gd name="connsiteX3" fmla="*/ 349250 w 666750"/>
              <a:gd name="connsiteY3" fmla="*/ 393700 h 393700"/>
              <a:gd name="connsiteX4" fmla="*/ 0 w 666750"/>
              <a:gd name="connsiteY4" fmla="*/ 6350 h 393700"/>
              <a:gd name="connsiteX0" fmla="*/ 0 w 1435100"/>
              <a:gd name="connsiteY0" fmla="*/ 6350 h 1323975"/>
              <a:gd name="connsiteX1" fmla="*/ 666750 w 1435100"/>
              <a:gd name="connsiteY1" fmla="*/ 0 h 1323975"/>
              <a:gd name="connsiteX2" fmla="*/ 1435100 w 1435100"/>
              <a:gd name="connsiteY2" fmla="*/ 1323975 h 1323975"/>
              <a:gd name="connsiteX3" fmla="*/ 349250 w 1435100"/>
              <a:gd name="connsiteY3" fmla="*/ 393700 h 1323975"/>
              <a:gd name="connsiteX4" fmla="*/ 0 w 1435100"/>
              <a:gd name="connsiteY4" fmla="*/ 6350 h 1323975"/>
              <a:gd name="connsiteX0" fmla="*/ 0 w 1435100"/>
              <a:gd name="connsiteY0" fmla="*/ 6350 h 1355725"/>
              <a:gd name="connsiteX1" fmla="*/ 666750 w 1435100"/>
              <a:gd name="connsiteY1" fmla="*/ 0 h 1355725"/>
              <a:gd name="connsiteX2" fmla="*/ 1435100 w 1435100"/>
              <a:gd name="connsiteY2" fmla="*/ 1323975 h 1355725"/>
              <a:gd name="connsiteX3" fmla="*/ 1184275 w 1435100"/>
              <a:gd name="connsiteY3" fmla="*/ 1355725 h 1355725"/>
              <a:gd name="connsiteX4" fmla="*/ 0 w 1435100"/>
              <a:gd name="connsiteY4" fmla="*/ 6350 h 1355725"/>
              <a:gd name="connsiteX0" fmla="*/ 0 w 1422400"/>
              <a:gd name="connsiteY0" fmla="*/ 6350 h 1355725"/>
              <a:gd name="connsiteX1" fmla="*/ 666750 w 1422400"/>
              <a:gd name="connsiteY1" fmla="*/ 0 h 1355725"/>
              <a:gd name="connsiteX2" fmla="*/ 1422400 w 1422400"/>
              <a:gd name="connsiteY2" fmla="*/ 1279525 h 1355725"/>
              <a:gd name="connsiteX3" fmla="*/ 1184275 w 1422400"/>
              <a:gd name="connsiteY3" fmla="*/ 1355725 h 1355725"/>
              <a:gd name="connsiteX4" fmla="*/ 0 w 1422400"/>
              <a:gd name="connsiteY4" fmla="*/ 6350 h 135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2400" h="1355725">
                <a:moveTo>
                  <a:pt x="0" y="6350"/>
                </a:moveTo>
                <a:lnTo>
                  <a:pt x="666750" y="0"/>
                </a:lnTo>
                <a:lnTo>
                  <a:pt x="1422400" y="1279525"/>
                </a:lnTo>
                <a:lnTo>
                  <a:pt x="1184275" y="1355725"/>
                </a:lnTo>
                <a:lnTo>
                  <a:pt x="0" y="63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02" y="7418"/>
            <a:ext cx="7237696" cy="797908"/>
          </a:xfrm>
        </p:spPr>
        <p:txBody>
          <a:bodyPr>
            <a:noAutofit/>
          </a:bodyPr>
          <a:lstStyle/>
          <a:p>
            <a:r>
              <a:rPr lang="en-GB" dirty="0"/>
              <a:t>The outcome of AE1222-II</a:t>
            </a:r>
            <a:endParaRPr lang="nl-NL" dirty="0"/>
          </a:p>
        </p:txBody>
      </p:sp>
      <p:sp>
        <p:nvSpPr>
          <p:cNvPr id="259" name="Rectangle 258"/>
          <p:cNvSpPr/>
          <p:nvPr/>
        </p:nvSpPr>
        <p:spPr bwMode="auto">
          <a:xfrm>
            <a:off x="2260030" y="1102468"/>
            <a:ext cx="8472229" cy="4956134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260" name="Oval 259"/>
          <p:cNvSpPr/>
          <p:nvPr/>
        </p:nvSpPr>
        <p:spPr bwMode="auto">
          <a:xfrm>
            <a:off x="2644362" y="4365392"/>
            <a:ext cx="1428700" cy="142870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262" name="Straight Connector 261"/>
          <p:cNvCxnSpPr/>
          <p:nvPr/>
        </p:nvCxnSpPr>
        <p:spPr bwMode="auto">
          <a:xfrm>
            <a:off x="2680363" y="5277416"/>
            <a:ext cx="138003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3" name="Straight Connector 262"/>
          <p:cNvCxnSpPr/>
          <p:nvPr/>
        </p:nvCxnSpPr>
        <p:spPr bwMode="auto">
          <a:xfrm>
            <a:off x="2704364" y="5349418"/>
            <a:ext cx="132665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4" name="Oval 263"/>
          <p:cNvSpPr/>
          <p:nvPr/>
        </p:nvSpPr>
        <p:spPr bwMode="auto">
          <a:xfrm>
            <a:off x="2572360" y="4293390"/>
            <a:ext cx="1564767" cy="1564767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137" name="Straight Connector 136"/>
          <p:cNvCxnSpPr/>
          <p:nvPr/>
        </p:nvCxnSpPr>
        <p:spPr bwMode="auto">
          <a:xfrm flipV="1">
            <a:off x="8524199" y="2616341"/>
            <a:ext cx="0" cy="2551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1" name="Group 60"/>
          <p:cNvGrpSpPr>
            <a:grpSpLocks noChangeAspect="1"/>
          </p:cNvGrpSpPr>
          <p:nvPr/>
        </p:nvGrpSpPr>
        <p:grpSpPr>
          <a:xfrm rot="5400000" flipV="1">
            <a:off x="8646308" y="2045356"/>
            <a:ext cx="386014" cy="763883"/>
            <a:chOff x="6687811" y="1640908"/>
            <a:chExt cx="1895472" cy="3269295"/>
          </a:xfrm>
          <a:noFill/>
        </p:grpSpPr>
        <p:cxnSp>
          <p:nvCxnSpPr>
            <p:cNvPr id="62" name="Straight Connector 61"/>
            <p:cNvCxnSpPr>
              <a:endCxn id="68" idx="2"/>
            </p:cNvCxnSpPr>
            <p:nvPr/>
          </p:nvCxnSpPr>
          <p:spPr bwMode="auto">
            <a:xfrm flipV="1">
              <a:off x="6759811" y="1640909"/>
              <a:ext cx="1735272" cy="1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6687811" y="2630466"/>
              <a:ext cx="0" cy="31315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8583282" y="2630466"/>
              <a:ext cx="0" cy="31315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/>
            <p:cNvCxnSpPr>
              <a:endCxn id="69" idx="2"/>
            </p:cNvCxnSpPr>
            <p:nvPr/>
          </p:nvCxnSpPr>
          <p:spPr bwMode="auto">
            <a:xfrm>
              <a:off x="6759811" y="3446745"/>
              <a:ext cx="1726622" cy="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>
              <a:off x="7281811" y="4910203"/>
              <a:ext cx="720000" cy="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" name="Arc 66"/>
            <p:cNvSpPr/>
            <p:nvPr/>
          </p:nvSpPr>
          <p:spPr bwMode="auto">
            <a:xfrm rot="16200000">
              <a:off x="5765850" y="2562872"/>
              <a:ext cx="2021255" cy="177332"/>
            </a:xfrm>
            <a:prstGeom prst="arc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68" name="Arc 67"/>
            <p:cNvSpPr/>
            <p:nvPr/>
          </p:nvSpPr>
          <p:spPr bwMode="auto">
            <a:xfrm rot="16200000" flipV="1">
              <a:off x="7484455" y="2563336"/>
              <a:ext cx="2021255" cy="176400"/>
            </a:xfrm>
            <a:prstGeom prst="arc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69" name="Arc 68"/>
            <p:cNvSpPr/>
            <p:nvPr/>
          </p:nvSpPr>
          <p:spPr bwMode="auto">
            <a:xfrm rot="5400000">
              <a:off x="7975912" y="2841293"/>
              <a:ext cx="1021043" cy="189861"/>
            </a:xfrm>
            <a:prstGeom prst="arc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70" name="Arc 69"/>
            <p:cNvSpPr/>
            <p:nvPr/>
          </p:nvSpPr>
          <p:spPr bwMode="auto">
            <a:xfrm rot="5400000" flipV="1">
              <a:off x="6265956" y="2847558"/>
              <a:ext cx="1021046" cy="177334"/>
            </a:xfrm>
            <a:prstGeom prst="arc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>
              <a:off x="6993172" y="3457183"/>
              <a:ext cx="288639" cy="145302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8001811" y="3457183"/>
              <a:ext cx="251361" cy="145302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3" name="Rectangle 3"/>
          <p:cNvSpPr/>
          <p:nvPr/>
        </p:nvSpPr>
        <p:spPr bwMode="auto">
          <a:xfrm flipV="1">
            <a:off x="4795902" y="1486081"/>
            <a:ext cx="5295238" cy="675124"/>
          </a:xfrm>
          <a:custGeom>
            <a:avLst/>
            <a:gdLst>
              <a:gd name="connsiteX0" fmla="*/ 0 w 3642101"/>
              <a:gd name="connsiteY0" fmla="*/ 0 h 759416"/>
              <a:gd name="connsiteX1" fmla="*/ 3642101 w 3642101"/>
              <a:gd name="connsiteY1" fmla="*/ 0 h 759416"/>
              <a:gd name="connsiteX2" fmla="*/ 3642101 w 3642101"/>
              <a:gd name="connsiteY2" fmla="*/ 759416 h 759416"/>
              <a:gd name="connsiteX3" fmla="*/ 0 w 3642101"/>
              <a:gd name="connsiteY3" fmla="*/ 759416 h 759416"/>
              <a:gd name="connsiteX4" fmla="*/ 0 w 3642101"/>
              <a:gd name="connsiteY4" fmla="*/ 0 h 759416"/>
              <a:gd name="connsiteX0" fmla="*/ 0 w 3642102"/>
              <a:gd name="connsiteY0" fmla="*/ 0 h 759416"/>
              <a:gd name="connsiteX1" fmla="*/ 3642101 w 3642102"/>
              <a:gd name="connsiteY1" fmla="*/ 0 h 759416"/>
              <a:gd name="connsiteX2" fmla="*/ 3642102 w 3642102"/>
              <a:gd name="connsiteY2" fmla="*/ 410705 h 759416"/>
              <a:gd name="connsiteX3" fmla="*/ 3642101 w 3642102"/>
              <a:gd name="connsiteY3" fmla="*/ 759416 h 759416"/>
              <a:gd name="connsiteX4" fmla="*/ 0 w 3642102"/>
              <a:gd name="connsiteY4" fmla="*/ 759416 h 759416"/>
              <a:gd name="connsiteX5" fmla="*/ 0 w 3642102"/>
              <a:gd name="connsiteY5" fmla="*/ 0 h 759416"/>
              <a:gd name="connsiteX0" fmla="*/ 0 w 5145438"/>
              <a:gd name="connsiteY0" fmla="*/ 0 h 759416"/>
              <a:gd name="connsiteX1" fmla="*/ 3642101 w 5145438"/>
              <a:gd name="connsiteY1" fmla="*/ 0 h 759416"/>
              <a:gd name="connsiteX2" fmla="*/ 5145438 w 5145438"/>
              <a:gd name="connsiteY2" fmla="*/ 54244 h 759416"/>
              <a:gd name="connsiteX3" fmla="*/ 3642101 w 5145438"/>
              <a:gd name="connsiteY3" fmla="*/ 759416 h 759416"/>
              <a:gd name="connsiteX4" fmla="*/ 0 w 5145438"/>
              <a:gd name="connsiteY4" fmla="*/ 759416 h 759416"/>
              <a:gd name="connsiteX5" fmla="*/ 0 w 5145438"/>
              <a:gd name="connsiteY5" fmla="*/ 0 h 759416"/>
              <a:gd name="connsiteX0" fmla="*/ 0 w 5145438"/>
              <a:gd name="connsiteY0" fmla="*/ 0 h 759416"/>
              <a:gd name="connsiteX1" fmla="*/ 3642101 w 5145438"/>
              <a:gd name="connsiteY1" fmla="*/ 0 h 759416"/>
              <a:gd name="connsiteX2" fmla="*/ 5145438 w 5145438"/>
              <a:gd name="connsiteY2" fmla="*/ 54244 h 759416"/>
              <a:gd name="connsiteX3" fmla="*/ 3642101 w 5145438"/>
              <a:gd name="connsiteY3" fmla="*/ 759416 h 759416"/>
              <a:gd name="connsiteX4" fmla="*/ 0 w 5145438"/>
              <a:gd name="connsiteY4" fmla="*/ 759416 h 759416"/>
              <a:gd name="connsiteX5" fmla="*/ 0 w 5145438"/>
              <a:gd name="connsiteY5" fmla="*/ 0 h 759416"/>
              <a:gd name="connsiteX0" fmla="*/ 0 w 5145438"/>
              <a:gd name="connsiteY0" fmla="*/ 58316 h 817732"/>
              <a:gd name="connsiteX1" fmla="*/ 3642101 w 5145438"/>
              <a:gd name="connsiteY1" fmla="*/ 58316 h 817732"/>
              <a:gd name="connsiteX2" fmla="*/ 5145438 w 5145438"/>
              <a:gd name="connsiteY2" fmla="*/ 112560 h 817732"/>
              <a:gd name="connsiteX3" fmla="*/ 3642101 w 5145438"/>
              <a:gd name="connsiteY3" fmla="*/ 817732 h 817732"/>
              <a:gd name="connsiteX4" fmla="*/ 0 w 5145438"/>
              <a:gd name="connsiteY4" fmla="*/ 817732 h 817732"/>
              <a:gd name="connsiteX5" fmla="*/ 0 w 5145438"/>
              <a:gd name="connsiteY5" fmla="*/ 58316 h 817732"/>
              <a:gd name="connsiteX0" fmla="*/ 0 w 5145438"/>
              <a:gd name="connsiteY0" fmla="*/ 54845 h 814261"/>
              <a:gd name="connsiteX1" fmla="*/ 3642101 w 5145438"/>
              <a:gd name="connsiteY1" fmla="*/ 54845 h 814261"/>
              <a:gd name="connsiteX2" fmla="*/ 5145438 w 5145438"/>
              <a:gd name="connsiteY2" fmla="*/ 109089 h 814261"/>
              <a:gd name="connsiteX3" fmla="*/ 3642101 w 5145438"/>
              <a:gd name="connsiteY3" fmla="*/ 814261 h 814261"/>
              <a:gd name="connsiteX4" fmla="*/ 0 w 5145438"/>
              <a:gd name="connsiteY4" fmla="*/ 814261 h 814261"/>
              <a:gd name="connsiteX5" fmla="*/ 0 w 5145438"/>
              <a:gd name="connsiteY5" fmla="*/ 54845 h 814261"/>
              <a:gd name="connsiteX0" fmla="*/ 0 w 5145438"/>
              <a:gd name="connsiteY0" fmla="*/ 54845 h 814261"/>
              <a:gd name="connsiteX1" fmla="*/ 3642101 w 5145438"/>
              <a:gd name="connsiteY1" fmla="*/ 54845 h 814261"/>
              <a:gd name="connsiteX2" fmla="*/ 5145438 w 5145438"/>
              <a:gd name="connsiteY2" fmla="*/ 109089 h 814261"/>
              <a:gd name="connsiteX3" fmla="*/ 3642101 w 5145438"/>
              <a:gd name="connsiteY3" fmla="*/ 814261 h 814261"/>
              <a:gd name="connsiteX4" fmla="*/ 0 w 5145438"/>
              <a:gd name="connsiteY4" fmla="*/ 814261 h 814261"/>
              <a:gd name="connsiteX5" fmla="*/ 0 w 5145438"/>
              <a:gd name="connsiteY5" fmla="*/ 54845 h 814261"/>
              <a:gd name="connsiteX0" fmla="*/ 0 w 5145438"/>
              <a:gd name="connsiteY0" fmla="*/ 54845 h 814261"/>
              <a:gd name="connsiteX1" fmla="*/ 3642101 w 5145438"/>
              <a:gd name="connsiteY1" fmla="*/ 54845 h 814261"/>
              <a:gd name="connsiteX2" fmla="*/ 5145438 w 5145438"/>
              <a:gd name="connsiteY2" fmla="*/ 109089 h 814261"/>
              <a:gd name="connsiteX3" fmla="*/ 3642101 w 5145438"/>
              <a:gd name="connsiteY3" fmla="*/ 814261 h 814261"/>
              <a:gd name="connsiteX4" fmla="*/ 0 w 5145438"/>
              <a:gd name="connsiteY4" fmla="*/ 814261 h 814261"/>
              <a:gd name="connsiteX5" fmla="*/ 0 w 5145438"/>
              <a:gd name="connsiteY5" fmla="*/ 54845 h 814261"/>
              <a:gd name="connsiteX0" fmla="*/ 0 w 5145438"/>
              <a:gd name="connsiteY0" fmla="*/ 56162 h 815578"/>
              <a:gd name="connsiteX1" fmla="*/ 3642101 w 5145438"/>
              <a:gd name="connsiteY1" fmla="*/ 56162 h 815578"/>
              <a:gd name="connsiteX2" fmla="*/ 5145438 w 5145438"/>
              <a:gd name="connsiteY2" fmla="*/ 110406 h 815578"/>
              <a:gd name="connsiteX3" fmla="*/ 3642101 w 5145438"/>
              <a:gd name="connsiteY3" fmla="*/ 815578 h 815578"/>
              <a:gd name="connsiteX4" fmla="*/ 0 w 5145438"/>
              <a:gd name="connsiteY4" fmla="*/ 815578 h 815578"/>
              <a:gd name="connsiteX5" fmla="*/ 0 w 5145438"/>
              <a:gd name="connsiteY5" fmla="*/ 56162 h 815578"/>
              <a:gd name="connsiteX0" fmla="*/ 0 w 5145438"/>
              <a:gd name="connsiteY0" fmla="*/ 68131 h 827547"/>
              <a:gd name="connsiteX1" fmla="*/ 5145438 w 5145438"/>
              <a:gd name="connsiteY1" fmla="*/ 122375 h 827547"/>
              <a:gd name="connsiteX2" fmla="*/ 3642101 w 5145438"/>
              <a:gd name="connsiteY2" fmla="*/ 827547 h 827547"/>
              <a:gd name="connsiteX3" fmla="*/ 0 w 5145438"/>
              <a:gd name="connsiteY3" fmla="*/ 827547 h 827547"/>
              <a:gd name="connsiteX4" fmla="*/ 0 w 5145438"/>
              <a:gd name="connsiteY4" fmla="*/ 68131 h 827547"/>
              <a:gd name="connsiteX0" fmla="*/ 0 w 5145438"/>
              <a:gd name="connsiteY0" fmla="*/ 40828 h 800244"/>
              <a:gd name="connsiteX1" fmla="*/ 5145438 w 5145438"/>
              <a:gd name="connsiteY1" fmla="*/ 95072 h 800244"/>
              <a:gd name="connsiteX2" fmla="*/ 3642101 w 5145438"/>
              <a:gd name="connsiteY2" fmla="*/ 800244 h 800244"/>
              <a:gd name="connsiteX3" fmla="*/ 0 w 5145438"/>
              <a:gd name="connsiteY3" fmla="*/ 800244 h 800244"/>
              <a:gd name="connsiteX4" fmla="*/ 0 w 5145438"/>
              <a:gd name="connsiteY4" fmla="*/ 40828 h 800244"/>
              <a:gd name="connsiteX0" fmla="*/ 0 w 5140676"/>
              <a:gd name="connsiteY0" fmla="*/ 58064 h 817480"/>
              <a:gd name="connsiteX1" fmla="*/ 5140676 w 5140676"/>
              <a:gd name="connsiteY1" fmla="*/ 36108 h 817480"/>
              <a:gd name="connsiteX2" fmla="*/ 3642101 w 5140676"/>
              <a:gd name="connsiteY2" fmla="*/ 817480 h 817480"/>
              <a:gd name="connsiteX3" fmla="*/ 0 w 5140676"/>
              <a:gd name="connsiteY3" fmla="*/ 817480 h 817480"/>
              <a:gd name="connsiteX4" fmla="*/ 0 w 5140676"/>
              <a:gd name="connsiteY4" fmla="*/ 58064 h 817480"/>
              <a:gd name="connsiteX0" fmla="*/ 0 w 5140676"/>
              <a:gd name="connsiteY0" fmla="*/ 53825 h 813241"/>
              <a:gd name="connsiteX1" fmla="*/ 5140676 w 5140676"/>
              <a:gd name="connsiteY1" fmla="*/ 46156 h 813241"/>
              <a:gd name="connsiteX2" fmla="*/ 3642101 w 5140676"/>
              <a:gd name="connsiteY2" fmla="*/ 813241 h 813241"/>
              <a:gd name="connsiteX3" fmla="*/ 0 w 5140676"/>
              <a:gd name="connsiteY3" fmla="*/ 813241 h 813241"/>
              <a:gd name="connsiteX4" fmla="*/ 0 w 5140676"/>
              <a:gd name="connsiteY4" fmla="*/ 53825 h 813241"/>
              <a:gd name="connsiteX0" fmla="*/ 0 w 5140676"/>
              <a:gd name="connsiteY0" fmla="*/ 53825 h 813241"/>
              <a:gd name="connsiteX1" fmla="*/ 5140676 w 5140676"/>
              <a:gd name="connsiteY1" fmla="*/ 46156 h 813241"/>
              <a:gd name="connsiteX2" fmla="*/ 3642101 w 5140676"/>
              <a:gd name="connsiteY2" fmla="*/ 813241 h 813241"/>
              <a:gd name="connsiteX3" fmla="*/ 0 w 5140676"/>
              <a:gd name="connsiteY3" fmla="*/ 813241 h 813241"/>
              <a:gd name="connsiteX4" fmla="*/ 0 w 5140676"/>
              <a:gd name="connsiteY4" fmla="*/ 53825 h 813241"/>
              <a:gd name="connsiteX0" fmla="*/ 0 w 5140676"/>
              <a:gd name="connsiteY0" fmla="*/ 51802 h 811218"/>
              <a:gd name="connsiteX1" fmla="*/ 5140676 w 5140676"/>
              <a:gd name="connsiteY1" fmla="*/ 51753 h 811218"/>
              <a:gd name="connsiteX2" fmla="*/ 3642101 w 5140676"/>
              <a:gd name="connsiteY2" fmla="*/ 811218 h 811218"/>
              <a:gd name="connsiteX3" fmla="*/ 0 w 5140676"/>
              <a:gd name="connsiteY3" fmla="*/ 811218 h 811218"/>
              <a:gd name="connsiteX4" fmla="*/ 0 w 5140676"/>
              <a:gd name="connsiteY4" fmla="*/ 51802 h 811218"/>
              <a:gd name="connsiteX0" fmla="*/ 0 w 5140676"/>
              <a:gd name="connsiteY0" fmla="*/ 49 h 759465"/>
              <a:gd name="connsiteX1" fmla="*/ 5140676 w 5140676"/>
              <a:gd name="connsiteY1" fmla="*/ 0 h 759465"/>
              <a:gd name="connsiteX2" fmla="*/ 3642101 w 5140676"/>
              <a:gd name="connsiteY2" fmla="*/ 759465 h 759465"/>
              <a:gd name="connsiteX3" fmla="*/ 0 w 5140676"/>
              <a:gd name="connsiteY3" fmla="*/ 759465 h 759465"/>
              <a:gd name="connsiteX4" fmla="*/ 0 w 5140676"/>
              <a:gd name="connsiteY4" fmla="*/ 49 h 759465"/>
              <a:gd name="connsiteX0" fmla="*/ 0 w 5140676"/>
              <a:gd name="connsiteY0" fmla="*/ 49 h 759465"/>
              <a:gd name="connsiteX1" fmla="*/ 5140676 w 5140676"/>
              <a:gd name="connsiteY1" fmla="*/ 0 h 759465"/>
              <a:gd name="connsiteX2" fmla="*/ 3642101 w 5140676"/>
              <a:gd name="connsiteY2" fmla="*/ 759465 h 759465"/>
              <a:gd name="connsiteX3" fmla="*/ 0 w 5140676"/>
              <a:gd name="connsiteY3" fmla="*/ 759465 h 759465"/>
              <a:gd name="connsiteX4" fmla="*/ 903 w 5140676"/>
              <a:gd name="connsiteY4" fmla="*/ 350310 h 759465"/>
              <a:gd name="connsiteX5" fmla="*/ 0 w 5140676"/>
              <a:gd name="connsiteY5" fmla="*/ 49 h 759465"/>
              <a:gd name="connsiteX0" fmla="*/ 867777 w 6008453"/>
              <a:gd name="connsiteY0" fmla="*/ 49 h 759465"/>
              <a:gd name="connsiteX1" fmla="*/ 6008453 w 6008453"/>
              <a:gd name="connsiteY1" fmla="*/ 0 h 759465"/>
              <a:gd name="connsiteX2" fmla="*/ 4509878 w 6008453"/>
              <a:gd name="connsiteY2" fmla="*/ 759465 h 759465"/>
              <a:gd name="connsiteX3" fmla="*/ 867777 w 6008453"/>
              <a:gd name="connsiteY3" fmla="*/ 759465 h 759465"/>
              <a:gd name="connsiteX4" fmla="*/ 0 w 6008453"/>
              <a:gd name="connsiteY4" fmla="*/ 693210 h 759465"/>
              <a:gd name="connsiteX5" fmla="*/ 867777 w 6008453"/>
              <a:gd name="connsiteY5" fmla="*/ 49 h 759465"/>
              <a:gd name="connsiteX0" fmla="*/ 873707 w 6014383"/>
              <a:gd name="connsiteY0" fmla="*/ 49 h 769680"/>
              <a:gd name="connsiteX1" fmla="*/ 6014383 w 6014383"/>
              <a:gd name="connsiteY1" fmla="*/ 0 h 769680"/>
              <a:gd name="connsiteX2" fmla="*/ 4515808 w 6014383"/>
              <a:gd name="connsiteY2" fmla="*/ 759465 h 769680"/>
              <a:gd name="connsiteX3" fmla="*/ 873707 w 6014383"/>
              <a:gd name="connsiteY3" fmla="*/ 759465 h 769680"/>
              <a:gd name="connsiteX4" fmla="*/ 5930 w 6014383"/>
              <a:gd name="connsiteY4" fmla="*/ 693210 h 769680"/>
              <a:gd name="connsiteX5" fmla="*/ 873707 w 6014383"/>
              <a:gd name="connsiteY5" fmla="*/ 49 h 769680"/>
              <a:gd name="connsiteX0" fmla="*/ 901266 w 6041942"/>
              <a:gd name="connsiteY0" fmla="*/ 49 h 759465"/>
              <a:gd name="connsiteX1" fmla="*/ 6041942 w 6041942"/>
              <a:gd name="connsiteY1" fmla="*/ 0 h 759465"/>
              <a:gd name="connsiteX2" fmla="*/ 4543367 w 6041942"/>
              <a:gd name="connsiteY2" fmla="*/ 759465 h 759465"/>
              <a:gd name="connsiteX3" fmla="*/ 901266 w 6041942"/>
              <a:gd name="connsiteY3" fmla="*/ 759465 h 759465"/>
              <a:gd name="connsiteX4" fmla="*/ 3009 w 6041942"/>
              <a:gd name="connsiteY4" fmla="*/ 617010 h 759465"/>
              <a:gd name="connsiteX5" fmla="*/ 901266 w 6041942"/>
              <a:gd name="connsiteY5" fmla="*/ 49 h 759465"/>
              <a:gd name="connsiteX0" fmla="*/ 904011 w 6044687"/>
              <a:gd name="connsiteY0" fmla="*/ 49 h 759465"/>
              <a:gd name="connsiteX1" fmla="*/ 6044687 w 6044687"/>
              <a:gd name="connsiteY1" fmla="*/ 0 h 759465"/>
              <a:gd name="connsiteX2" fmla="*/ 4546112 w 6044687"/>
              <a:gd name="connsiteY2" fmla="*/ 759465 h 759465"/>
              <a:gd name="connsiteX3" fmla="*/ 904011 w 6044687"/>
              <a:gd name="connsiteY3" fmla="*/ 759465 h 759465"/>
              <a:gd name="connsiteX4" fmla="*/ 5754 w 6044687"/>
              <a:gd name="connsiteY4" fmla="*/ 617010 h 759465"/>
              <a:gd name="connsiteX5" fmla="*/ 904011 w 6044687"/>
              <a:gd name="connsiteY5" fmla="*/ 49 h 759465"/>
              <a:gd name="connsiteX0" fmla="*/ 944660 w 6085336"/>
              <a:gd name="connsiteY0" fmla="*/ 49 h 759465"/>
              <a:gd name="connsiteX1" fmla="*/ 6085336 w 6085336"/>
              <a:gd name="connsiteY1" fmla="*/ 0 h 759465"/>
              <a:gd name="connsiteX2" fmla="*/ 4586761 w 6085336"/>
              <a:gd name="connsiteY2" fmla="*/ 759465 h 759465"/>
              <a:gd name="connsiteX3" fmla="*/ 944660 w 6085336"/>
              <a:gd name="connsiteY3" fmla="*/ 759465 h 759465"/>
              <a:gd name="connsiteX4" fmla="*/ 46403 w 6085336"/>
              <a:gd name="connsiteY4" fmla="*/ 617010 h 759465"/>
              <a:gd name="connsiteX5" fmla="*/ 214045 w 6085336"/>
              <a:gd name="connsiteY5" fmla="*/ 197910 h 759465"/>
              <a:gd name="connsiteX6" fmla="*/ 944660 w 6085336"/>
              <a:gd name="connsiteY6" fmla="*/ 49 h 759465"/>
              <a:gd name="connsiteX0" fmla="*/ 907575 w 6048251"/>
              <a:gd name="connsiteY0" fmla="*/ 49 h 759465"/>
              <a:gd name="connsiteX1" fmla="*/ 6048251 w 6048251"/>
              <a:gd name="connsiteY1" fmla="*/ 0 h 759465"/>
              <a:gd name="connsiteX2" fmla="*/ 4549676 w 6048251"/>
              <a:gd name="connsiteY2" fmla="*/ 759465 h 759465"/>
              <a:gd name="connsiteX3" fmla="*/ 907575 w 6048251"/>
              <a:gd name="connsiteY3" fmla="*/ 759465 h 759465"/>
              <a:gd name="connsiteX4" fmla="*/ 9318 w 6048251"/>
              <a:gd name="connsiteY4" fmla="*/ 617010 h 759465"/>
              <a:gd name="connsiteX5" fmla="*/ 466520 w 6048251"/>
              <a:gd name="connsiteY5" fmla="*/ 296970 h 759465"/>
              <a:gd name="connsiteX6" fmla="*/ 907575 w 6048251"/>
              <a:gd name="connsiteY6" fmla="*/ 49 h 759465"/>
              <a:gd name="connsiteX0" fmla="*/ 907575 w 6048251"/>
              <a:gd name="connsiteY0" fmla="*/ 49 h 759465"/>
              <a:gd name="connsiteX1" fmla="*/ 6048251 w 6048251"/>
              <a:gd name="connsiteY1" fmla="*/ 0 h 759465"/>
              <a:gd name="connsiteX2" fmla="*/ 4549676 w 6048251"/>
              <a:gd name="connsiteY2" fmla="*/ 759465 h 759465"/>
              <a:gd name="connsiteX3" fmla="*/ 907575 w 6048251"/>
              <a:gd name="connsiteY3" fmla="*/ 759465 h 759465"/>
              <a:gd name="connsiteX4" fmla="*/ 9318 w 6048251"/>
              <a:gd name="connsiteY4" fmla="*/ 617010 h 759465"/>
              <a:gd name="connsiteX5" fmla="*/ 466520 w 6048251"/>
              <a:gd name="connsiteY5" fmla="*/ 296970 h 759465"/>
              <a:gd name="connsiteX6" fmla="*/ 907575 w 6048251"/>
              <a:gd name="connsiteY6" fmla="*/ 49 h 759465"/>
              <a:gd name="connsiteX0" fmla="*/ 907575 w 6048251"/>
              <a:gd name="connsiteY0" fmla="*/ 49 h 759465"/>
              <a:gd name="connsiteX1" fmla="*/ 6048251 w 6048251"/>
              <a:gd name="connsiteY1" fmla="*/ 0 h 759465"/>
              <a:gd name="connsiteX2" fmla="*/ 4549676 w 6048251"/>
              <a:gd name="connsiteY2" fmla="*/ 759465 h 759465"/>
              <a:gd name="connsiteX3" fmla="*/ 907575 w 6048251"/>
              <a:gd name="connsiteY3" fmla="*/ 759465 h 759465"/>
              <a:gd name="connsiteX4" fmla="*/ 9318 w 6048251"/>
              <a:gd name="connsiteY4" fmla="*/ 617010 h 759465"/>
              <a:gd name="connsiteX5" fmla="*/ 466520 w 6048251"/>
              <a:gd name="connsiteY5" fmla="*/ 296970 h 759465"/>
              <a:gd name="connsiteX6" fmla="*/ 907575 w 6048251"/>
              <a:gd name="connsiteY6" fmla="*/ 49 h 759465"/>
              <a:gd name="connsiteX0" fmla="*/ 900119 w 6040795"/>
              <a:gd name="connsiteY0" fmla="*/ 49 h 759465"/>
              <a:gd name="connsiteX1" fmla="*/ 6040795 w 6040795"/>
              <a:gd name="connsiteY1" fmla="*/ 0 h 759465"/>
              <a:gd name="connsiteX2" fmla="*/ 4542220 w 6040795"/>
              <a:gd name="connsiteY2" fmla="*/ 759465 h 759465"/>
              <a:gd name="connsiteX3" fmla="*/ 900119 w 6040795"/>
              <a:gd name="connsiteY3" fmla="*/ 759465 h 759465"/>
              <a:gd name="connsiteX4" fmla="*/ 9482 w 6040795"/>
              <a:gd name="connsiteY4" fmla="*/ 563670 h 759465"/>
              <a:gd name="connsiteX5" fmla="*/ 459064 w 6040795"/>
              <a:gd name="connsiteY5" fmla="*/ 296970 h 759465"/>
              <a:gd name="connsiteX6" fmla="*/ 900119 w 6040795"/>
              <a:gd name="connsiteY6" fmla="*/ 49 h 759465"/>
              <a:gd name="connsiteX0" fmla="*/ 891123 w 6031799"/>
              <a:gd name="connsiteY0" fmla="*/ 49 h 759465"/>
              <a:gd name="connsiteX1" fmla="*/ 6031799 w 6031799"/>
              <a:gd name="connsiteY1" fmla="*/ 0 h 759465"/>
              <a:gd name="connsiteX2" fmla="*/ 4533224 w 6031799"/>
              <a:gd name="connsiteY2" fmla="*/ 759465 h 759465"/>
              <a:gd name="connsiteX3" fmla="*/ 891123 w 6031799"/>
              <a:gd name="connsiteY3" fmla="*/ 759465 h 759465"/>
              <a:gd name="connsiteX4" fmla="*/ 486 w 6031799"/>
              <a:gd name="connsiteY4" fmla="*/ 563670 h 759465"/>
              <a:gd name="connsiteX5" fmla="*/ 450068 w 6031799"/>
              <a:gd name="connsiteY5" fmla="*/ 296970 h 759465"/>
              <a:gd name="connsiteX6" fmla="*/ 891123 w 6031799"/>
              <a:gd name="connsiteY6" fmla="*/ 49 h 759465"/>
              <a:gd name="connsiteX0" fmla="*/ 891123 w 6031799"/>
              <a:gd name="connsiteY0" fmla="*/ 5974 h 765390"/>
              <a:gd name="connsiteX1" fmla="*/ 4526769 w 6031799"/>
              <a:gd name="connsiteY1" fmla="*/ 0 h 765390"/>
              <a:gd name="connsiteX2" fmla="*/ 6031799 w 6031799"/>
              <a:gd name="connsiteY2" fmla="*/ 5925 h 765390"/>
              <a:gd name="connsiteX3" fmla="*/ 4533224 w 6031799"/>
              <a:gd name="connsiteY3" fmla="*/ 765390 h 765390"/>
              <a:gd name="connsiteX4" fmla="*/ 891123 w 6031799"/>
              <a:gd name="connsiteY4" fmla="*/ 765390 h 765390"/>
              <a:gd name="connsiteX5" fmla="*/ 486 w 6031799"/>
              <a:gd name="connsiteY5" fmla="*/ 569595 h 765390"/>
              <a:gd name="connsiteX6" fmla="*/ 450068 w 6031799"/>
              <a:gd name="connsiteY6" fmla="*/ 302895 h 765390"/>
              <a:gd name="connsiteX7" fmla="*/ 891123 w 6031799"/>
              <a:gd name="connsiteY7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0120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569595 h 765390"/>
              <a:gd name="connsiteX6" fmla="*/ 450068 w 6003224"/>
              <a:gd name="connsiteY6" fmla="*/ 302895 h 765390"/>
              <a:gd name="connsiteX7" fmla="*/ 891123 w 6003224"/>
              <a:gd name="connsiteY7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0120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569595 h 765390"/>
              <a:gd name="connsiteX6" fmla="*/ 450068 w 6003224"/>
              <a:gd name="connsiteY6" fmla="*/ 302895 h 765390"/>
              <a:gd name="connsiteX7" fmla="*/ 891123 w 6003224"/>
              <a:gd name="connsiteY7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0120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569595 h 765390"/>
              <a:gd name="connsiteX6" fmla="*/ 450068 w 6003224"/>
              <a:gd name="connsiteY6" fmla="*/ 302895 h 765390"/>
              <a:gd name="connsiteX7" fmla="*/ 891123 w 6003224"/>
              <a:gd name="connsiteY7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0120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569595 h 765390"/>
              <a:gd name="connsiteX6" fmla="*/ 450068 w 6003224"/>
              <a:gd name="connsiteY6" fmla="*/ 302895 h 765390"/>
              <a:gd name="connsiteX7" fmla="*/ 891123 w 6003224"/>
              <a:gd name="connsiteY7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0120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569595 h 765390"/>
              <a:gd name="connsiteX6" fmla="*/ 891123 w 6003224"/>
              <a:gd name="connsiteY6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0120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436245 h 765390"/>
              <a:gd name="connsiteX6" fmla="*/ 891123 w 6003224"/>
              <a:gd name="connsiteY6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0120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398145 h 765390"/>
              <a:gd name="connsiteX6" fmla="*/ 891123 w 6003224"/>
              <a:gd name="connsiteY6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5454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398145 h 765390"/>
              <a:gd name="connsiteX6" fmla="*/ 891123 w 6003224"/>
              <a:gd name="connsiteY6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35454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398145 h 765390"/>
              <a:gd name="connsiteX6" fmla="*/ 891123 w 6003224"/>
              <a:gd name="connsiteY6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40026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398145 h 765390"/>
              <a:gd name="connsiteX6" fmla="*/ 891123 w 6003224"/>
              <a:gd name="connsiteY6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40026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398145 h 765390"/>
              <a:gd name="connsiteX6" fmla="*/ 891123 w 6003224"/>
              <a:gd name="connsiteY6" fmla="*/ 5974 h 765390"/>
              <a:gd name="connsiteX0" fmla="*/ 891123 w 6003224"/>
              <a:gd name="connsiteY0" fmla="*/ 5974 h 765390"/>
              <a:gd name="connsiteX1" fmla="*/ 4526769 w 6003224"/>
              <a:gd name="connsiteY1" fmla="*/ 0 h 765390"/>
              <a:gd name="connsiteX2" fmla="*/ 6003224 w 6003224"/>
              <a:gd name="connsiteY2" fmla="*/ 400260 h 765390"/>
              <a:gd name="connsiteX3" fmla="*/ 4533224 w 6003224"/>
              <a:gd name="connsiteY3" fmla="*/ 765390 h 765390"/>
              <a:gd name="connsiteX4" fmla="*/ 891123 w 6003224"/>
              <a:gd name="connsiteY4" fmla="*/ 765390 h 765390"/>
              <a:gd name="connsiteX5" fmla="*/ 486 w 6003224"/>
              <a:gd name="connsiteY5" fmla="*/ 398145 h 765390"/>
              <a:gd name="connsiteX6" fmla="*/ 891123 w 6003224"/>
              <a:gd name="connsiteY6" fmla="*/ 5974 h 76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3224" h="765390">
                <a:moveTo>
                  <a:pt x="891123" y="5974"/>
                </a:moveTo>
                <a:lnTo>
                  <a:pt x="4526769" y="0"/>
                </a:lnTo>
                <a:cubicBezTo>
                  <a:pt x="4942721" y="5150"/>
                  <a:pt x="5442492" y="193180"/>
                  <a:pt x="6003224" y="400260"/>
                </a:cubicBezTo>
                <a:cubicBezTo>
                  <a:pt x="5486969" y="592697"/>
                  <a:pt x="4818974" y="758690"/>
                  <a:pt x="4533224" y="765390"/>
                </a:cubicBezTo>
                <a:lnTo>
                  <a:pt x="891123" y="765390"/>
                </a:lnTo>
                <a:cubicBezTo>
                  <a:pt x="139477" y="754348"/>
                  <a:pt x="-9825" y="543808"/>
                  <a:pt x="486" y="398145"/>
                </a:cubicBezTo>
                <a:cubicBezTo>
                  <a:pt x="486" y="271576"/>
                  <a:pt x="136743" y="100907"/>
                  <a:pt x="891123" y="5974"/>
                </a:cubicBezTo>
                <a:close/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74" name="Rectangle 19"/>
          <p:cNvSpPr/>
          <p:nvPr/>
        </p:nvSpPr>
        <p:spPr bwMode="auto">
          <a:xfrm flipV="1">
            <a:off x="6745266" y="1813917"/>
            <a:ext cx="2234845" cy="2024969"/>
          </a:xfrm>
          <a:custGeom>
            <a:avLst/>
            <a:gdLst>
              <a:gd name="connsiteX0" fmla="*/ 0 w 123825"/>
              <a:gd name="connsiteY0" fmla="*/ 0 h 295462"/>
              <a:gd name="connsiteX1" fmla="*/ 123825 w 123825"/>
              <a:gd name="connsiteY1" fmla="*/ 0 h 295462"/>
              <a:gd name="connsiteX2" fmla="*/ 123825 w 123825"/>
              <a:gd name="connsiteY2" fmla="*/ 295462 h 295462"/>
              <a:gd name="connsiteX3" fmla="*/ 0 w 123825"/>
              <a:gd name="connsiteY3" fmla="*/ 295462 h 295462"/>
              <a:gd name="connsiteX4" fmla="*/ 0 w 123825"/>
              <a:gd name="connsiteY4" fmla="*/ 0 h 295462"/>
              <a:gd name="connsiteX0" fmla="*/ 0 w 652463"/>
              <a:gd name="connsiteY0" fmla="*/ 0 h 333562"/>
              <a:gd name="connsiteX1" fmla="*/ 652463 w 652463"/>
              <a:gd name="connsiteY1" fmla="*/ 38100 h 333562"/>
              <a:gd name="connsiteX2" fmla="*/ 652463 w 652463"/>
              <a:gd name="connsiteY2" fmla="*/ 333562 h 333562"/>
              <a:gd name="connsiteX3" fmla="*/ 528638 w 652463"/>
              <a:gd name="connsiteY3" fmla="*/ 333562 h 333562"/>
              <a:gd name="connsiteX4" fmla="*/ 0 w 652463"/>
              <a:gd name="connsiteY4" fmla="*/ 0 h 333562"/>
              <a:gd name="connsiteX0" fmla="*/ 0 w 652463"/>
              <a:gd name="connsiteY0" fmla="*/ 0 h 333562"/>
              <a:gd name="connsiteX1" fmla="*/ 400050 w 652463"/>
              <a:gd name="connsiteY1" fmla="*/ 0 h 333562"/>
              <a:gd name="connsiteX2" fmla="*/ 652463 w 652463"/>
              <a:gd name="connsiteY2" fmla="*/ 333562 h 333562"/>
              <a:gd name="connsiteX3" fmla="*/ 528638 w 652463"/>
              <a:gd name="connsiteY3" fmla="*/ 333562 h 333562"/>
              <a:gd name="connsiteX4" fmla="*/ 0 w 652463"/>
              <a:gd name="connsiteY4" fmla="*/ 0 h 333562"/>
              <a:gd name="connsiteX0" fmla="*/ 2133599 w 2786062"/>
              <a:gd name="connsiteY0" fmla="*/ 0 h 2290949"/>
              <a:gd name="connsiteX1" fmla="*/ 2533649 w 2786062"/>
              <a:gd name="connsiteY1" fmla="*/ 0 h 2290949"/>
              <a:gd name="connsiteX2" fmla="*/ 2786062 w 2786062"/>
              <a:gd name="connsiteY2" fmla="*/ 333562 h 2290949"/>
              <a:gd name="connsiteX3" fmla="*/ 0 w 2786062"/>
              <a:gd name="connsiteY3" fmla="*/ 2290949 h 2290949"/>
              <a:gd name="connsiteX4" fmla="*/ 2133599 w 2786062"/>
              <a:gd name="connsiteY4" fmla="*/ 0 h 2290949"/>
              <a:gd name="connsiteX0" fmla="*/ 2133599 w 2533649"/>
              <a:gd name="connsiteY0" fmla="*/ 0 h 2295712"/>
              <a:gd name="connsiteX1" fmla="*/ 2533649 w 2533649"/>
              <a:gd name="connsiteY1" fmla="*/ 0 h 2295712"/>
              <a:gd name="connsiteX2" fmla="*/ 1457324 w 2533649"/>
              <a:gd name="connsiteY2" fmla="*/ 2295712 h 2295712"/>
              <a:gd name="connsiteX3" fmla="*/ 0 w 2533649"/>
              <a:gd name="connsiteY3" fmla="*/ 2290949 h 2295712"/>
              <a:gd name="connsiteX4" fmla="*/ 2133599 w 2533649"/>
              <a:gd name="connsiteY4" fmla="*/ 0 h 2295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3649" h="2295712">
                <a:moveTo>
                  <a:pt x="2133599" y="0"/>
                </a:moveTo>
                <a:lnTo>
                  <a:pt x="2533649" y="0"/>
                </a:lnTo>
                <a:lnTo>
                  <a:pt x="1457324" y="2295712"/>
                </a:lnTo>
                <a:lnTo>
                  <a:pt x="0" y="2290949"/>
                </a:lnTo>
                <a:lnTo>
                  <a:pt x="2133599" y="0"/>
                </a:lnTo>
                <a:close/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75" name="Straight Connector 74"/>
          <p:cNvCxnSpPr/>
          <p:nvPr/>
        </p:nvCxnSpPr>
        <p:spPr bwMode="auto">
          <a:xfrm>
            <a:off x="2332032" y="1811654"/>
            <a:ext cx="8368100" cy="782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 flipV="1">
            <a:off x="8875375" y="1486081"/>
            <a:ext cx="0" cy="675124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endCxn id="67" idx="0"/>
          </p:cNvCxnSpPr>
          <p:nvPr/>
        </p:nvCxnSpPr>
        <p:spPr bwMode="auto">
          <a:xfrm>
            <a:off x="8688588" y="2161206"/>
            <a:ext cx="4924" cy="7308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/>
          <p:nvPr/>
        </p:nvCxnSpPr>
        <p:spPr bwMode="auto">
          <a:xfrm flipH="1">
            <a:off x="9216167" y="2070443"/>
            <a:ext cx="226057" cy="28611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2" name="Group 81"/>
          <p:cNvGrpSpPr/>
          <p:nvPr/>
        </p:nvGrpSpPr>
        <p:grpSpPr>
          <a:xfrm flipV="1">
            <a:off x="7534629" y="1780130"/>
            <a:ext cx="114630" cy="117526"/>
            <a:chOff x="4392613" y="4279438"/>
            <a:chExt cx="144000" cy="147637"/>
          </a:xfrm>
        </p:grpSpPr>
        <p:sp>
          <p:nvSpPr>
            <p:cNvPr id="83" name="Oval 82"/>
            <p:cNvSpPr/>
            <p:nvPr/>
          </p:nvSpPr>
          <p:spPr bwMode="auto">
            <a:xfrm>
              <a:off x="4392613" y="4283075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84" name="Oval 46"/>
            <p:cNvSpPr/>
            <p:nvPr/>
          </p:nvSpPr>
          <p:spPr bwMode="auto">
            <a:xfrm>
              <a:off x="4394732" y="4279438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85" name="Oval 46"/>
            <p:cNvSpPr/>
            <p:nvPr/>
          </p:nvSpPr>
          <p:spPr bwMode="auto">
            <a:xfrm rot="11007448">
              <a:off x="4461407" y="4348495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 flipV="1">
            <a:off x="7741879" y="1775075"/>
            <a:ext cx="114630" cy="117526"/>
            <a:chOff x="4392613" y="4279438"/>
            <a:chExt cx="144000" cy="147637"/>
          </a:xfrm>
        </p:grpSpPr>
        <p:sp>
          <p:nvSpPr>
            <p:cNvPr id="87" name="Oval 86"/>
            <p:cNvSpPr/>
            <p:nvPr/>
          </p:nvSpPr>
          <p:spPr bwMode="auto">
            <a:xfrm>
              <a:off x="4392613" y="4283075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88" name="Oval 46"/>
            <p:cNvSpPr/>
            <p:nvPr/>
          </p:nvSpPr>
          <p:spPr bwMode="auto">
            <a:xfrm>
              <a:off x="4394732" y="4279438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89" name="Oval 46"/>
            <p:cNvSpPr/>
            <p:nvPr/>
          </p:nvSpPr>
          <p:spPr bwMode="auto">
            <a:xfrm rot="11007448">
              <a:off x="4461407" y="4348495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sp>
        <p:nvSpPr>
          <p:cNvPr id="93" name="Oval 92"/>
          <p:cNvSpPr/>
          <p:nvPr/>
        </p:nvSpPr>
        <p:spPr bwMode="auto">
          <a:xfrm flipV="1">
            <a:off x="2855351" y="1472966"/>
            <a:ext cx="714350" cy="71435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96" name="Straight Connector 95"/>
          <p:cNvCxnSpPr>
            <a:stCxn id="93" idx="2"/>
          </p:cNvCxnSpPr>
          <p:nvPr/>
        </p:nvCxnSpPr>
        <p:spPr bwMode="auto">
          <a:xfrm>
            <a:off x="2855351" y="1830141"/>
            <a:ext cx="65447" cy="20006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Straight Connector 100"/>
          <p:cNvCxnSpPr/>
          <p:nvPr/>
        </p:nvCxnSpPr>
        <p:spPr bwMode="auto">
          <a:xfrm flipH="1">
            <a:off x="2980571" y="1836697"/>
            <a:ext cx="12522" cy="199101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3" name="Oval 102"/>
          <p:cNvSpPr/>
          <p:nvPr/>
        </p:nvSpPr>
        <p:spPr bwMode="auto">
          <a:xfrm flipV="1">
            <a:off x="3064163" y="2264021"/>
            <a:ext cx="306150" cy="306150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104" name="Oval 103"/>
          <p:cNvSpPr/>
          <p:nvPr/>
        </p:nvSpPr>
        <p:spPr bwMode="auto">
          <a:xfrm flipV="1">
            <a:off x="3023145" y="2223003"/>
            <a:ext cx="388185" cy="388185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106" name="Straight Connector 105"/>
          <p:cNvCxnSpPr/>
          <p:nvPr/>
        </p:nvCxnSpPr>
        <p:spPr bwMode="auto">
          <a:xfrm flipH="1" flipV="1">
            <a:off x="7690176" y="1812436"/>
            <a:ext cx="1170032" cy="202505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 flipH="1" flipV="1">
            <a:off x="6929656" y="1805686"/>
            <a:ext cx="1786551" cy="203405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2" name="Group 111"/>
          <p:cNvGrpSpPr/>
          <p:nvPr/>
        </p:nvGrpSpPr>
        <p:grpSpPr>
          <a:xfrm flipV="1">
            <a:off x="7861165" y="1952651"/>
            <a:ext cx="414580" cy="467656"/>
            <a:chOff x="6257925" y="11877675"/>
            <a:chExt cx="520800" cy="587475"/>
          </a:xfrm>
          <a:noFill/>
        </p:grpSpPr>
        <p:sp>
          <p:nvSpPr>
            <p:cNvPr id="113" name="Oval 112"/>
            <p:cNvSpPr/>
            <p:nvPr/>
          </p:nvSpPr>
          <p:spPr bwMode="auto">
            <a:xfrm>
              <a:off x="6257925" y="12249150"/>
              <a:ext cx="216000" cy="21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14" name="Oval 113"/>
            <p:cNvSpPr/>
            <p:nvPr/>
          </p:nvSpPr>
          <p:spPr bwMode="auto">
            <a:xfrm>
              <a:off x="6562725" y="12249150"/>
              <a:ext cx="216000" cy="21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cxnSp>
          <p:nvCxnSpPr>
            <p:cNvPr id="115" name="Straight Connector 114"/>
            <p:cNvCxnSpPr/>
            <p:nvPr/>
          </p:nvCxnSpPr>
          <p:spPr bwMode="auto">
            <a:xfrm>
              <a:off x="6358781" y="12357993"/>
              <a:ext cx="304800" cy="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Straight Connector 115"/>
            <p:cNvCxnSpPr/>
            <p:nvPr/>
          </p:nvCxnSpPr>
          <p:spPr bwMode="auto">
            <a:xfrm flipV="1">
              <a:off x="6517482" y="11877675"/>
              <a:ext cx="0" cy="481013"/>
            </a:xfrm>
            <a:prstGeom prst="lin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7" name="Oval 116"/>
            <p:cNvSpPr/>
            <p:nvPr/>
          </p:nvSpPr>
          <p:spPr bwMode="auto">
            <a:xfrm>
              <a:off x="6500812" y="12339636"/>
              <a:ext cx="36000" cy="3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cxnSp>
        <p:nvCxnSpPr>
          <p:cNvPr id="135" name="Straight Connector 134"/>
          <p:cNvCxnSpPr/>
          <p:nvPr/>
        </p:nvCxnSpPr>
        <p:spPr bwMode="auto">
          <a:xfrm>
            <a:off x="8296193" y="1812436"/>
            <a:ext cx="18000" cy="106202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9" name="Straight Connector 138"/>
          <p:cNvCxnSpPr/>
          <p:nvPr/>
        </p:nvCxnSpPr>
        <p:spPr bwMode="auto">
          <a:xfrm flipV="1">
            <a:off x="8524199" y="2170415"/>
            <a:ext cx="0" cy="680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6" name="Rectangle 155"/>
          <p:cNvSpPr/>
          <p:nvPr/>
        </p:nvSpPr>
        <p:spPr bwMode="auto">
          <a:xfrm flipV="1">
            <a:off x="9250218" y="1813937"/>
            <a:ext cx="1008027" cy="1056029"/>
          </a:xfrm>
          <a:custGeom>
            <a:avLst/>
            <a:gdLst>
              <a:gd name="connsiteX0" fmla="*/ 0 w 660400"/>
              <a:gd name="connsiteY0" fmla="*/ 0 h 1371600"/>
              <a:gd name="connsiteX1" fmla="*/ 660400 w 660400"/>
              <a:gd name="connsiteY1" fmla="*/ 0 h 1371600"/>
              <a:gd name="connsiteX2" fmla="*/ 660400 w 660400"/>
              <a:gd name="connsiteY2" fmla="*/ 1371600 h 1371600"/>
              <a:gd name="connsiteX3" fmla="*/ 0 w 660400"/>
              <a:gd name="connsiteY3" fmla="*/ 1371600 h 1371600"/>
              <a:gd name="connsiteX4" fmla="*/ 0 w 660400"/>
              <a:gd name="connsiteY4" fmla="*/ 0 h 1371600"/>
              <a:gd name="connsiteX0" fmla="*/ 406400 w 660400"/>
              <a:gd name="connsiteY0" fmla="*/ 0 h 1371600"/>
              <a:gd name="connsiteX1" fmla="*/ 660400 w 660400"/>
              <a:gd name="connsiteY1" fmla="*/ 0 h 1371600"/>
              <a:gd name="connsiteX2" fmla="*/ 660400 w 660400"/>
              <a:gd name="connsiteY2" fmla="*/ 1371600 h 1371600"/>
              <a:gd name="connsiteX3" fmla="*/ 0 w 660400"/>
              <a:gd name="connsiteY3" fmla="*/ 1371600 h 1371600"/>
              <a:gd name="connsiteX4" fmla="*/ 406400 w 660400"/>
              <a:gd name="connsiteY4" fmla="*/ 0 h 1371600"/>
              <a:gd name="connsiteX0" fmla="*/ 406400 w 1244600"/>
              <a:gd name="connsiteY0" fmla="*/ 0 h 1371600"/>
              <a:gd name="connsiteX1" fmla="*/ 1244600 w 1244600"/>
              <a:gd name="connsiteY1" fmla="*/ 25400 h 1371600"/>
              <a:gd name="connsiteX2" fmla="*/ 660400 w 1244600"/>
              <a:gd name="connsiteY2" fmla="*/ 1371600 h 1371600"/>
              <a:gd name="connsiteX3" fmla="*/ 0 w 1244600"/>
              <a:gd name="connsiteY3" fmla="*/ 1371600 h 1371600"/>
              <a:gd name="connsiteX4" fmla="*/ 406400 w 1244600"/>
              <a:gd name="connsiteY4" fmla="*/ 0 h 1371600"/>
              <a:gd name="connsiteX0" fmla="*/ 787400 w 1244600"/>
              <a:gd name="connsiteY0" fmla="*/ 228600 h 1346200"/>
              <a:gd name="connsiteX1" fmla="*/ 1244600 w 1244600"/>
              <a:gd name="connsiteY1" fmla="*/ 0 h 1346200"/>
              <a:gd name="connsiteX2" fmla="*/ 660400 w 1244600"/>
              <a:gd name="connsiteY2" fmla="*/ 1346200 h 1346200"/>
              <a:gd name="connsiteX3" fmla="*/ 0 w 1244600"/>
              <a:gd name="connsiteY3" fmla="*/ 1346200 h 1346200"/>
              <a:gd name="connsiteX4" fmla="*/ 787400 w 1244600"/>
              <a:gd name="connsiteY4" fmla="*/ 228600 h 1346200"/>
              <a:gd name="connsiteX0" fmla="*/ 787400 w 1066800"/>
              <a:gd name="connsiteY0" fmla="*/ 0 h 1117600"/>
              <a:gd name="connsiteX1" fmla="*/ 1066800 w 1066800"/>
              <a:gd name="connsiteY1" fmla="*/ 0 h 1117600"/>
              <a:gd name="connsiteX2" fmla="*/ 660400 w 1066800"/>
              <a:gd name="connsiteY2" fmla="*/ 1117600 h 1117600"/>
              <a:gd name="connsiteX3" fmla="*/ 0 w 1066800"/>
              <a:gd name="connsiteY3" fmla="*/ 1117600 h 1117600"/>
              <a:gd name="connsiteX4" fmla="*/ 787400 w 1066800"/>
              <a:gd name="connsiteY4" fmla="*/ 0 h 111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6800" h="1117600">
                <a:moveTo>
                  <a:pt x="787400" y="0"/>
                </a:moveTo>
                <a:lnTo>
                  <a:pt x="1066800" y="0"/>
                </a:lnTo>
                <a:lnTo>
                  <a:pt x="660400" y="1117600"/>
                </a:lnTo>
                <a:lnTo>
                  <a:pt x="0" y="1117600"/>
                </a:lnTo>
                <a:lnTo>
                  <a:pt x="787400" y="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157" name="Straight Connector 156"/>
          <p:cNvCxnSpPr/>
          <p:nvPr/>
        </p:nvCxnSpPr>
        <p:spPr bwMode="auto">
          <a:xfrm flipV="1">
            <a:off x="9534487" y="2204150"/>
            <a:ext cx="47623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8" name="Oval 157"/>
          <p:cNvSpPr/>
          <p:nvPr/>
        </p:nvSpPr>
        <p:spPr bwMode="auto">
          <a:xfrm flipV="1">
            <a:off x="9652982" y="2176228"/>
            <a:ext cx="57315" cy="5731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141" name="Oval 6"/>
          <p:cNvSpPr/>
          <p:nvPr/>
        </p:nvSpPr>
        <p:spPr bwMode="auto">
          <a:xfrm rot="21480000" flipV="1">
            <a:off x="9525871" y="1771519"/>
            <a:ext cx="676817" cy="72848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  <a:gd name="connsiteX0" fmla="*/ 51369 w 2007169"/>
              <a:gd name="connsiteY0" fmla="*/ 127969 h 229569"/>
              <a:gd name="connsiteX1" fmla="*/ 2007169 w 2007169"/>
              <a:gd name="connsiteY1" fmla="*/ 127969 h 229569"/>
              <a:gd name="connsiteX2" fmla="*/ 51369 w 2007169"/>
              <a:gd name="connsiteY2" fmla="*/ 127969 h 229569"/>
              <a:gd name="connsiteX0" fmla="*/ 50733 w 2031096"/>
              <a:gd name="connsiteY0" fmla="*/ 131030 h 230567"/>
              <a:gd name="connsiteX1" fmla="*/ 2031096 w 2031096"/>
              <a:gd name="connsiteY1" fmla="*/ 122913 h 230567"/>
              <a:gd name="connsiteX2" fmla="*/ 50733 w 2031096"/>
              <a:gd name="connsiteY2" fmla="*/ 131030 h 230567"/>
              <a:gd name="connsiteX0" fmla="*/ 85 w 1980448"/>
              <a:gd name="connsiteY0" fmla="*/ 141022 h 251010"/>
              <a:gd name="connsiteX1" fmla="*/ 1980448 w 1980448"/>
              <a:gd name="connsiteY1" fmla="*/ 132905 h 251010"/>
              <a:gd name="connsiteX2" fmla="*/ 85 w 1980448"/>
              <a:gd name="connsiteY2" fmla="*/ 141022 h 251010"/>
              <a:gd name="connsiteX0" fmla="*/ 325195 w 397630"/>
              <a:gd name="connsiteY0" fmla="*/ 139423 h 250508"/>
              <a:gd name="connsiteX1" fmla="*/ 397630 w 397630"/>
              <a:gd name="connsiteY1" fmla="*/ 135644 h 250508"/>
              <a:gd name="connsiteX2" fmla="*/ 325195 w 397630"/>
              <a:gd name="connsiteY2" fmla="*/ 139423 h 250508"/>
              <a:gd name="connsiteX0" fmla="*/ 210 w 1291623"/>
              <a:gd name="connsiteY0" fmla="*/ 152246 h 255577"/>
              <a:gd name="connsiteX1" fmla="*/ 1291623 w 1291623"/>
              <a:gd name="connsiteY1" fmla="*/ 115812 h 255577"/>
              <a:gd name="connsiteX2" fmla="*/ 210 w 1291623"/>
              <a:gd name="connsiteY2" fmla="*/ 152246 h 255577"/>
              <a:gd name="connsiteX0" fmla="*/ 210 w 1291623"/>
              <a:gd name="connsiteY0" fmla="*/ 152246 h 270296"/>
              <a:gd name="connsiteX1" fmla="*/ 1291623 w 1291623"/>
              <a:gd name="connsiteY1" fmla="*/ 115812 h 270296"/>
              <a:gd name="connsiteX2" fmla="*/ 210 w 1291623"/>
              <a:gd name="connsiteY2" fmla="*/ 152246 h 270296"/>
              <a:gd name="connsiteX0" fmla="*/ 150 w 1291563"/>
              <a:gd name="connsiteY0" fmla="*/ 142277 h 260327"/>
              <a:gd name="connsiteX1" fmla="*/ 1291563 w 1291563"/>
              <a:gd name="connsiteY1" fmla="*/ 105843 h 260327"/>
              <a:gd name="connsiteX2" fmla="*/ 150 w 1291563"/>
              <a:gd name="connsiteY2" fmla="*/ 142277 h 260327"/>
              <a:gd name="connsiteX0" fmla="*/ 33 w 1291446"/>
              <a:gd name="connsiteY0" fmla="*/ 70915 h 102663"/>
              <a:gd name="connsiteX1" fmla="*/ 1291446 w 1291446"/>
              <a:gd name="connsiteY1" fmla="*/ 34481 h 102663"/>
              <a:gd name="connsiteX2" fmla="*/ 33 w 1291446"/>
              <a:gd name="connsiteY2" fmla="*/ 70915 h 102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1446" h="102663">
                <a:moveTo>
                  <a:pt x="33" y="70915"/>
                </a:moveTo>
                <a:cubicBezTo>
                  <a:pt x="-5240" y="13800"/>
                  <a:pt x="641936" y="-35628"/>
                  <a:pt x="1291446" y="34481"/>
                </a:cubicBezTo>
                <a:cubicBezTo>
                  <a:pt x="690708" y="103371"/>
                  <a:pt x="5306" y="128030"/>
                  <a:pt x="33" y="70915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148" name="Oval 6"/>
          <p:cNvSpPr/>
          <p:nvPr/>
        </p:nvSpPr>
        <p:spPr bwMode="auto">
          <a:xfrm rot="21480000" flipV="1">
            <a:off x="9750126" y="1771519"/>
            <a:ext cx="676817" cy="72848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  <a:gd name="connsiteX0" fmla="*/ 51369 w 2007169"/>
              <a:gd name="connsiteY0" fmla="*/ 127969 h 229569"/>
              <a:gd name="connsiteX1" fmla="*/ 2007169 w 2007169"/>
              <a:gd name="connsiteY1" fmla="*/ 127969 h 229569"/>
              <a:gd name="connsiteX2" fmla="*/ 51369 w 2007169"/>
              <a:gd name="connsiteY2" fmla="*/ 127969 h 229569"/>
              <a:gd name="connsiteX0" fmla="*/ 50733 w 2031096"/>
              <a:gd name="connsiteY0" fmla="*/ 131030 h 230567"/>
              <a:gd name="connsiteX1" fmla="*/ 2031096 w 2031096"/>
              <a:gd name="connsiteY1" fmla="*/ 122913 h 230567"/>
              <a:gd name="connsiteX2" fmla="*/ 50733 w 2031096"/>
              <a:gd name="connsiteY2" fmla="*/ 131030 h 230567"/>
              <a:gd name="connsiteX0" fmla="*/ 85 w 1980448"/>
              <a:gd name="connsiteY0" fmla="*/ 141022 h 251010"/>
              <a:gd name="connsiteX1" fmla="*/ 1980448 w 1980448"/>
              <a:gd name="connsiteY1" fmla="*/ 132905 h 251010"/>
              <a:gd name="connsiteX2" fmla="*/ 85 w 1980448"/>
              <a:gd name="connsiteY2" fmla="*/ 141022 h 251010"/>
              <a:gd name="connsiteX0" fmla="*/ 325195 w 397630"/>
              <a:gd name="connsiteY0" fmla="*/ 139423 h 250508"/>
              <a:gd name="connsiteX1" fmla="*/ 397630 w 397630"/>
              <a:gd name="connsiteY1" fmla="*/ 135644 h 250508"/>
              <a:gd name="connsiteX2" fmla="*/ 325195 w 397630"/>
              <a:gd name="connsiteY2" fmla="*/ 139423 h 250508"/>
              <a:gd name="connsiteX0" fmla="*/ 210 w 1291623"/>
              <a:gd name="connsiteY0" fmla="*/ 152246 h 255577"/>
              <a:gd name="connsiteX1" fmla="*/ 1291623 w 1291623"/>
              <a:gd name="connsiteY1" fmla="*/ 115812 h 255577"/>
              <a:gd name="connsiteX2" fmla="*/ 210 w 1291623"/>
              <a:gd name="connsiteY2" fmla="*/ 152246 h 255577"/>
              <a:gd name="connsiteX0" fmla="*/ 210 w 1291623"/>
              <a:gd name="connsiteY0" fmla="*/ 152246 h 270296"/>
              <a:gd name="connsiteX1" fmla="*/ 1291623 w 1291623"/>
              <a:gd name="connsiteY1" fmla="*/ 115812 h 270296"/>
              <a:gd name="connsiteX2" fmla="*/ 210 w 1291623"/>
              <a:gd name="connsiteY2" fmla="*/ 152246 h 270296"/>
              <a:gd name="connsiteX0" fmla="*/ 150 w 1291563"/>
              <a:gd name="connsiteY0" fmla="*/ 142277 h 260327"/>
              <a:gd name="connsiteX1" fmla="*/ 1291563 w 1291563"/>
              <a:gd name="connsiteY1" fmla="*/ 105843 h 260327"/>
              <a:gd name="connsiteX2" fmla="*/ 150 w 1291563"/>
              <a:gd name="connsiteY2" fmla="*/ 142277 h 260327"/>
              <a:gd name="connsiteX0" fmla="*/ 33 w 1291446"/>
              <a:gd name="connsiteY0" fmla="*/ 70915 h 102663"/>
              <a:gd name="connsiteX1" fmla="*/ 1291446 w 1291446"/>
              <a:gd name="connsiteY1" fmla="*/ 34481 h 102663"/>
              <a:gd name="connsiteX2" fmla="*/ 33 w 1291446"/>
              <a:gd name="connsiteY2" fmla="*/ 70915 h 102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1446" h="102663">
                <a:moveTo>
                  <a:pt x="33" y="70915"/>
                </a:moveTo>
                <a:cubicBezTo>
                  <a:pt x="-5240" y="13800"/>
                  <a:pt x="641936" y="-35628"/>
                  <a:pt x="1291446" y="34481"/>
                </a:cubicBezTo>
                <a:cubicBezTo>
                  <a:pt x="690708" y="103371"/>
                  <a:pt x="5306" y="128030"/>
                  <a:pt x="33" y="70915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153" name="Straight Connector 152"/>
          <p:cNvCxnSpPr/>
          <p:nvPr/>
        </p:nvCxnSpPr>
        <p:spPr bwMode="auto">
          <a:xfrm>
            <a:off x="9775983" y="1778686"/>
            <a:ext cx="531014" cy="9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1" name="Straight Connector 150"/>
          <p:cNvCxnSpPr/>
          <p:nvPr/>
        </p:nvCxnSpPr>
        <p:spPr bwMode="auto">
          <a:xfrm flipV="1">
            <a:off x="9775983" y="1837188"/>
            <a:ext cx="531014" cy="9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5" name="Oval 6"/>
          <p:cNvSpPr/>
          <p:nvPr/>
        </p:nvSpPr>
        <p:spPr bwMode="auto">
          <a:xfrm rot="21480000" flipV="1">
            <a:off x="10185196" y="1784619"/>
            <a:ext cx="438496" cy="52433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  <a:gd name="connsiteX0" fmla="*/ 51369 w 2007169"/>
              <a:gd name="connsiteY0" fmla="*/ 127969 h 229569"/>
              <a:gd name="connsiteX1" fmla="*/ 2007169 w 2007169"/>
              <a:gd name="connsiteY1" fmla="*/ 127969 h 229569"/>
              <a:gd name="connsiteX2" fmla="*/ 51369 w 2007169"/>
              <a:gd name="connsiteY2" fmla="*/ 127969 h 229569"/>
              <a:gd name="connsiteX0" fmla="*/ 50733 w 2031096"/>
              <a:gd name="connsiteY0" fmla="*/ 131030 h 230567"/>
              <a:gd name="connsiteX1" fmla="*/ 2031096 w 2031096"/>
              <a:gd name="connsiteY1" fmla="*/ 122913 h 230567"/>
              <a:gd name="connsiteX2" fmla="*/ 50733 w 2031096"/>
              <a:gd name="connsiteY2" fmla="*/ 131030 h 230567"/>
              <a:gd name="connsiteX0" fmla="*/ 85 w 1980448"/>
              <a:gd name="connsiteY0" fmla="*/ 141022 h 251010"/>
              <a:gd name="connsiteX1" fmla="*/ 1980448 w 1980448"/>
              <a:gd name="connsiteY1" fmla="*/ 132905 h 251010"/>
              <a:gd name="connsiteX2" fmla="*/ 85 w 1980448"/>
              <a:gd name="connsiteY2" fmla="*/ 141022 h 251010"/>
              <a:gd name="connsiteX0" fmla="*/ 325195 w 397630"/>
              <a:gd name="connsiteY0" fmla="*/ 139423 h 250508"/>
              <a:gd name="connsiteX1" fmla="*/ 397630 w 397630"/>
              <a:gd name="connsiteY1" fmla="*/ 135644 h 250508"/>
              <a:gd name="connsiteX2" fmla="*/ 325195 w 397630"/>
              <a:gd name="connsiteY2" fmla="*/ 139423 h 250508"/>
              <a:gd name="connsiteX0" fmla="*/ 210 w 1291623"/>
              <a:gd name="connsiteY0" fmla="*/ 152246 h 255577"/>
              <a:gd name="connsiteX1" fmla="*/ 1291623 w 1291623"/>
              <a:gd name="connsiteY1" fmla="*/ 115812 h 255577"/>
              <a:gd name="connsiteX2" fmla="*/ 210 w 1291623"/>
              <a:gd name="connsiteY2" fmla="*/ 152246 h 255577"/>
              <a:gd name="connsiteX0" fmla="*/ 210 w 1291623"/>
              <a:gd name="connsiteY0" fmla="*/ 152246 h 270296"/>
              <a:gd name="connsiteX1" fmla="*/ 1291623 w 1291623"/>
              <a:gd name="connsiteY1" fmla="*/ 115812 h 270296"/>
              <a:gd name="connsiteX2" fmla="*/ 210 w 1291623"/>
              <a:gd name="connsiteY2" fmla="*/ 152246 h 270296"/>
              <a:gd name="connsiteX0" fmla="*/ 150 w 1291563"/>
              <a:gd name="connsiteY0" fmla="*/ 142277 h 260327"/>
              <a:gd name="connsiteX1" fmla="*/ 1291563 w 1291563"/>
              <a:gd name="connsiteY1" fmla="*/ 105843 h 260327"/>
              <a:gd name="connsiteX2" fmla="*/ 150 w 1291563"/>
              <a:gd name="connsiteY2" fmla="*/ 142277 h 260327"/>
              <a:gd name="connsiteX0" fmla="*/ 33 w 1291446"/>
              <a:gd name="connsiteY0" fmla="*/ 70915 h 102663"/>
              <a:gd name="connsiteX1" fmla="*/ 1291446 w 1291446"/>
              <a:gd name="connsiteY1" fmla="*/ 34481 h 102663"/>
              <a:gd name="connsiteX2" fmla="*/ 33 w 1291446"/>
              <a:gd name="connsiteY2" fmla="*/ 70915 h 102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1446" h="102663">
                <a:moveTo>
                  <a:pt x="33" y="70915"/>
                </a:moveTo>
                <a:cubicBezTo>
                  <a:pt x="-5240" y="13800"/>
                  <a:pt x="641936" y="-35628"/>
                  <a:pt x="1291446" y="34481"/>
                </a:cubicBezTo>
                <a:cubicBezTo>
                  <a:pt x="690708" y="103371"/>
                  <a:pt x="5306" y="128030"/>
                  <a:pt x="33" y="70915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173" name="Straight Connector 172"/>
          <p:cNvCxnSpPr/>
          <p:nvPr/>
        </p:nvCxnSpPr>
        <p:spPr bwMode="auto">
          <a:xfrm>
            <a:off x="3566563" y="1770434"/>
            <a:ext cx="1098032" cy="1500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9" name="Straight Connector 178"/>
          <p:cNvCxnSpPr/>
          <p:nvPr/>
        </p:nvCxnSpPr>
        <p:spPr bwMode="auto">
          <a:xfrm flipV="1">
            <a:off x="3568814" y="1840187"/>
            <a:ext cx="1092030" cy="18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4" name="Straight Connector 183"/>
          <p:cNvCxnSpPr/>
          <p:nvPr/>
        </p:nvCxnSpPr>
        <p:spPr bwMode="auto">
          <a:xfrm>
            <a:off x="3494564" y="2046442"/>
            <a:ext cx="126003" cy="82802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6" name="Straight Connector 185"/>
          <p:cNvCxnSpPr/>
          <p:nvPr/>
        </p:nvCxnSpPr>
        <p:spPr bwMode="auto">
          <a:xfrm>
            <a:off x="3548565" y="1942938"/>
            <a:ext cx="96752" cy="93152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96" name="Group 195"/>
          <p:cNvGrpSpPr/>
          <p:nvPr/>
        </p:nvGrpSpPr>
        <p:grpSpPr>
          <a:xfrm flipV="1">
            <a:off x="2445284" y="2310450"/>
            <a:ext cx="466459" cy="228006"/>
            <a:chOff x="281781" y="4572000"/>
            <a:chExt cx="493656" cy="241300"/>
          </a:xfrm>
        </p:grpSpPr>
        <p:grpSp>
          <p:nvGrpSpPr>
            <p:cNvPr id="37" name="Group 36"/>
            <p:cNvGrpSpPr/>
            <p:nvPr/>
          </p:nvGrpSpPr>
          <p:grpSpPr>
            <a:xfrm rot="5400000">
              <a:off x="482821" y="4489821"/>
              <a:ext cx="180000" cy="405233"/>
              <a:chOff x="6411550" y="11877675"/>
              <a:chExt cx="213661" cy="481013"/>
            </a:xfrm>
            <a:noFill/>
          </p:grpSpPr>
          <p:cxnSp>
            <p:nvCxnSpPr>
              <p:cNvPr id="40" name="Straight Connector 39"/>
              <p:cNvCxnSpPr/>
              <p:nvPr/>
            </p:nvCxnSpPr>
            <p:spPr bwMode="auto">
              <a:xfrm>
                <a:off x="6411550" y="12357994"/>
                <a:ext cx="213661" cy="0"/>
              </a:xfrm>
              <a:prstGeom prst="line">
                <a:avLst/>
              </a:prstGeom>
              <a:grp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Straight Connector 40"/>
              <p:cNvCxnSpPr/>
              <p:nvPr/>
            </p:nvCxnSpPr>
            <p:spPr bwMode="auto">
              <a:xfrm flipV="1">
                <a:off x="6517482" y="11877675"/>
                <a:ext cx="0" cy="481013"/>
              </a:xfrm>
              <a:prstGeom prst="lin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94" name="Rounded Rectangle 193"/>
            <p:cNvSpPr/>
            <p:nvPr/>
          </p:nvSpPr>
          <p:spPr bwMode="auto">
            <a:xfrm>
              <a:off x="281781" y="4730750"/>
              <a:ext cx="180000" cy="8255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95" name="Rounded Rectangle 194"/>
            <p:cNvSpPr/>
            <p:nvPr/>
          </p:nvSpPr>
          <p:spPr bwMode="auto">
            <a:xfrm>
              <a:off x="281781" y="4572000"/>
              <a:ext cx="180000" cy="8255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grpSp>
        <p:nvGrpSpPr>
          <p:cNvPr id="197" name="Group 196"/>
          <p:cNvGrpSpPr/>
          <p:nvPr/>
        </p:nvGrpSpPr>
        <p:grpSpPr>
          <a:xfrm rot="5733270" flipV="1">
            <a:off x="2698041" y="2076444"/>
            <a:ext cx="465709" cy="228006"/>
            <a:chOff x="282575" y="4572000"/>
            <a:chExt cx="492866" cy="241300"/>
          </a:xfrm>
        </p:grpSpPr>
        <p:grpSp>
          <p:nvGrpSpPr>
            <p:cNvPr id="198" name="Group 197"/>
            <p:cNvGrpSpPr/>
            <p:nvPr/>
          </p:nvGrpSpPr>
          <p:grpSpPr>
            <a:xfrm rot="5400000">
              <a:off x="482825" y="4489821"/>
              <a:ext cx="180000" cy="405233"/>
              <a:chOff x="6411550" y="11877670"/>
              <a:chExt cx="213661" cy="481013"/>
            </a:xfrm>
            <a:noFill/>
          </p:grpSpPr>
          <p:cxnSp>
            <p:nvCxnSpPr>
              <p:cNvPr id="201" name="Straight Connector 200"/>
              <p:cNvCxnSpPr/>
              <p:nvPr/>
            </p:nvCxnSpPr>
            <p:spPr bwMode="auto">
              <a:xfrm>
                <a:off x="6411550" y="12357994"/>
                <a:ext cx="213661" cy="0"/>
              </a:xfrm>
              <a:prstGeom prst="line">
                <a:avLst/>
              </a:prstGeom>
              <a:grp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2" name="Straight Connector 201"/>
              <p:cNvCxnSpPr/>
              <p:nvPr/>
            </p:nvCxnSpPr>
            <p:spPr bwMode="auto">
              <a:xfrm flipV="1">
                <a:off x="6517483" y="11877670"/>
                <a:ext cx="0" cy="481013"/>
              </a:xfrm>
              <a:prstGeom prst="lin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99" name="Rounded Rectangle 198"/>
            <p:cNvSpPr/>
            <p:nvPr/>
          </p:nvSpPr>
          <p:spPr bwMode="auto">
            <a:xfrm>
              <a:off x="282575" y="4730750"/>
              <a:ext cx="180000" cy="8255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200" name="Rounded Rectangle 199"/>
            <p:cNvSpPr/>
            <p:nvPr/>
          </p:nvSpPr>
          <p:spPr bwMode="auto">
            <a:xfrm>
              <a:off x="285750" y="4572000"/>
              <a:ext cx="180000" cy="8255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sp>
        <p:nvSpPr>
          <p:cNvPr id="203" name="Freeform 202"/>
          <p:cNvSpPr/>
          <p:nvPr/>
        </p:nvSpPr>
        <p:spPr bwMode="auto">
          <a:xfrm flipV="1">
            <a:off x="2810545" y="1805685"/>
            <a:ext cx="250507" cy="352755"/>
          </a:xfrm>
          <a:custGeom>
            <a:avLst/>
            <a:gdLst>
              <a:gd name="connsiteX0" fmla="*/ 264478 w 264478"/>
              <a:gd name="connsiteY0" fmla="*/ 28259 h 396559"/>
              <a:gd name="connsiteX1" fmla="*/ 16828 w 264478"/>
              <a:gd name="connsiteY1" fmla="*/ 37784 h 396559"/>
              <a:gd name="connsiteX2" fmla="*/ 42228 w 264478"/>
              <a:gd name="connsiteY2" fmla="*/ 396559 h 396559"/>
              <a:gd name="connsiteX0" fmla="*/ 276644 w 276644"/>
              <a:gd name="connsiteY0" fmla="*/ 28475 h 399950"/>
              <a:gd name="connsiteX1" fmla="*/ 28994 w 276644"/>
              <a:gd name="connsiteY1" fmla="*/ 38000 h 399950"/>
              <a:gd name="connsiteX2" fmla="*/ 25819 w 276644"/>
              <a:gd name="connsiteY2" fmla="*/ 399950 h 399950"/>
              <a:gd name="connsiteX0" fmla="*/ 268561 w 268561"/>
              <a:gd name="connsiteY0" fmla="*/ 28475 h 399950"/>
              <a:gd name="connsiteX1" fmla="*/ 20911 w 268561"/>
              <a:gd name="connsiteY1" fmla="*/ 38000 h 399950"/>
              <a:gd name="connsiteX2" fmla="*/ 17736 w 268561"/>
              <a:gd name="connsiteY2" fmla="*/ 399950 h 399950"/>
              <a:gd name="connsiteX0" fmla="*/ 258954 w 258954"/>
              <a:gd name="connsiteY0" fmla="*/ 13002 h 384477"/>
              <a:gd name="connsiteX1" fmla="*/ 11304 w 258954"/>
              <a:gd name="connsiteY1" fmla="*/ 22527 h 384477"/>
              <a:gd name="connsiteX2" fmla="*/ 8129 w 258954"/>
              <a:gd name="connsiteY2" fmla="*/ 384477 h 384477"/>
              <a:gd name="connsiteX0" fmla="*/ 275155 w 275155"/>
              <a:gd name="connsiteY0" fmla="*/ 28313 h 397407"/>
              <a:gd name="connsiteX1" fmla="*/ 27505 w 275155"/>
              <a:gd name="connsiteY1" fmla="*/ 37838 h 397407"/>
              <a:gd name="connsiteX2" fmla="*/ 10042 w 275155"/>
              <a:gd name="connsiteY2" fmla="*/ 397407 h 397407"/>
              <a:gd name="connsiteX0" fmla="*/ 271909 w 271909"/>
              <a:gd name="connsiteY0" fmla="*/ 28313 h 397407"/>
              <a:gd name="connsiteX1" fmla="*/ 24259 w 271909"/>
              <a:gd name="connsiteY1" fmla="*/ 37838 h 397407"/>
              <a:gd name="connsiteX2" fmla="*/ 6796 w 271909"/>
              <a:gd name="connsiteY2" fmla="*/ 397407 h 397407"/>
              <a:gd name="connsiteX0" fmla="*/ 265113 w 265113"/>
              <a:gd name="connsiteY0" fmla="*/ 36215 h 405309"/>
              <a:gd name="connsiteX1" fmla="*/ 17463 w 265113"/>
              <a:gd name="connsiteY1" fmla="*/ 45740 h 405309"/>
              <a:gd name="connsiteX2" fmla="*/ 0 w 265113"/>
              <a:gd name="connsiteY2" fmla="*/ 405309 h 405309"/>
              <a:gd name="connsiteX0" fmla="*/ 265113 w 265113"/>
              <a:gd name="connsiteY0" fmla="*/ 15288 h 384382"/>
              <a:gd name="connsiteX1" fmla="*/ 17463 w 265113"/>
              <a:gd name="connsiteY1" fmla="*/ 24813 h 384382"/>
              <a:gd name="connsiteX2" fmla="*/ 0 w 265113"/>
              <a:gd name="connsiteY2" fmla="*/ 384382 h 384382"/>
              <a:gd name="connsiteX0" fmla="*/ 265113 w 265113"/>
              <a:gd name="connsiteY0" fmla="*/ 4228 h 373322"/>
              <a:gd name="connsiteX1" fmla="*/ 17463 w 265113"/>
              <a:gd name="connsiteY1" fmla="*/ 13753 h 373322"/>
              <a:gd name="connsiteX2" fmla="*/ 0 w 265113"/>
              <a:gd name="connsiteY2" fmla="*/ 373322 h 373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113" h="373322">
                <a:moveTo>
                  <a:pt x="265113" y="4228"/>
                </a:moveTo>
                <a:cubicBezTo>
                  <a:pt x="145522" y="6874"/>
                  <a:pt x="35455" y="-12045"/>
                  <a:pt x="17463" y="13753"/>
                </a:cubicBezTo>
                <a:cubicBezTo>
                  <a:pt x="-529" y="39551"/>
                  <a:pt x="3704" y="218276"/>
                  <a:pt x="0" y="373322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209" name="Straight Connector 208"/>
          <p:cNvCxnSpPr/>
          <p:nvPr/>
        </p:nvCxnSpPr>
        <p:spPr bwMode="auto">
          <a:xfrm rot="16200000">
            <a:off x="5388884" y="1617087"/>
            <a:ext cx="0" cy="38290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2" name="Rounded Rectangle 211"/>
          <p:cNvSpPr/>
          <p:nvPr/>
        </p:nvSpPr>
        <p:spPr bwMode="auto">
          <a:xfrm flipV="1">
            <a:off x="5512117" y="1744218"/>
            <a:ext cx="142870" cy="3401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213" name="Rounded Rectangle 212"/>
          <p:cNvSpPr/>
          <p:nvPr/>
        </p:nvSpPr>
        <p:spPr bwMode="auto">
          <a:xfrm flipV="1">
            <a:off x="5512118" y="1838720"/>
            <a:ext cx="142870" cy="3401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215" name="Straight Connector 214"/>
          <p:cNvCxnSpPr>
            <a:stCxn id="213" idx="2"/>
            <a:endCxn id="212" idx="0"/>
          </p:cNvCxnSpPr>
          <p:nvPr/>
        </p:nvCxnSpPr>
        <p:spPr bwMode="auto">
          <a:xfrm flipH="1" flipV="1">
            <a:off x="5583553" y="1778235"/>
            <a:ext cx="1" cy="6048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20" name="Group 219"/>
          <p:cNvGrpSpPr/>
          <p:nvPr/>
        </p:nvGrpSpPr>
        <p:grpSpPr>
          <a:xfrm rot="10800000" flipV="1">
            <a:off x="2452655" y="1747818"/>
            <a:ext cx="457559" cy="128519"/>
            <a:chOff x="3438864" y="5441633"/>
            <a:chExt cx="484237" cy="136012"/>
          </a:xfrm>
        </p:grpSpPr>
        <p:cxnSp>
          <p:nvCxnSpPr>
            <p:cNvPr id="216" name="Straight Connector 215"/>
            <p:cNvCxnSpPr/>
            <p:nvPr/>
          </p:nvCxnSpPr>
          <p:spPr bwMode="auto">
            <a:xfrm rot="5400000" flipV="1">
              <a:off x="3641481" y="5306956"/>
              <a:ext cx="0" cy="40523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7" name="Rounded Rectangle 216"/>
            <p:cNvSpPr/>
            <p:nvPr/>
          </p:nvSpPr>
          <p:spPr bwMode="auto">
            <a:xfrm>
              <a:off x="3771900" y="5541645"/>
              <a:ext cx="151200" cy="3600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218" name="Rounded Rectangle 217"/>
            <p:cNvSpPr/>
            <p:nvPr/>
          </p:nvSpPr>
          <p:spPr bwMode="auto">
            <a:xfrm>
              <a:off x="3771901" y="5441633"/>
              <a:ext cx="151200" cy="3600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cxnSp>
          <p:nvCxnSpPr>
            <p:cNvPr id="219" name="Straight Connector 218"/>
            <p:cNvCxnSpPr>
              <a:stCxn id="218" idx="2"/>
              <a:endCxn id="217" idx="0"/>
            </p:cNvCxnSpPr>
            <p:nvPr/>
          </p:nvCxnSpPr>
          <p:spPr bwMode="auto">
            <a:xfrm flipH="1">
              <a:off x="3847500" y="5477633"/>
              <a:ext cx="1" cy="640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21" name="Group 220"/>
          <p:cNvGrpSpPr/>
          <p:nvPr/>
        </p:nvGrpSpPr>
        <p:grpSpPr>
          <a:xfrm flipV="1">
            <a:off x="5125107" y="1748719"/>
            <a:ext cx="142871" cy="128519"/>
            <a:chOff x="3771900" y="5441633"/>
            <a:chExt cx="151201" cy="136012"/>
          </a:xfrm>
        </p:grpSpPr>
        <p:sp>
          <p:nvSpPr>
            <p:cNvPr id="223" name="Rounded Rectangle 222"/>
            <p:cNvSpPr/>
            <p:nvPr/>
          </p:nvSpPr>
          <p:spPr bwMode="auto">
            <a:xfrm>
              <a:off x="3771900" y="5541645"/>
              <a:ext cx="151200" cy="3600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224" name="Rounded Rectangle 223"/>
            <p:cNvSpPr/>
            <p:nvPr/>
          </p:nvSpPr>
          <p:spPr bwMode="auto">
            <a:xfrm>
              <a:off x="3771901" y="5441633"/>
              <a:ext cx="151200" cy="3600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cxnSp>
          <p:nvCxnSpPr>
            <p:cNvPr id="225" name="Straight Connector 224"/>
            <p:cNvCxnSpPr>
              <a:stCxn id="224" idx="2"/>
              <a:endCxn id="223" idx="0"/>
            </p:cNvCxnSpPr>
            <p:nvPr/>
          </p:nvCxnSpPr>
          <p:spPr bwMode="auto">
            <a:xfrm flipH="1">
              <a:off x="3847500" y="5477633"/>
              <a:ext cx="1" cy="640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27" name="Straight Connector 226"/>
          <p:cNvCxnSpPr/>
          <p:nvPr/>
        </p:nvCxnSpPr>
        <p:spPr bwMode="auto">
          <a:xfrm flipH="1" flipV="1">
            <a:off x="2444236" y="1319223"/>
            <a:ext cx="0" cy="16560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1" name="Arc 230"/>
          <p:cNvSpPr/>
          <p:nvPr/>
        </p:nvSpPr>
        <p:spPr bwMode="auto">
          <a:xfrm rot="16200000" flipV="1">
            <a:off x="2545815" y="2026218"/>
            <a:ext cx="745464" cy="765021"/>
          </a:xfrm>
          <a:prstGeom prst="arc">
            <a:avLst>
              <a:gd name="adj1" fmla="val 199643"/>
              <a:gd name="adj2" fmla="val 5105310"/>
            </a:avLst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238" name="Straight Connector 237"/>
          <p:cNvCxnSpPr/>
          <p:nvPr/>
        </p:nvCxnSpPr>
        <p:spPr bwMode="auto">
          <a:xfrm>
            <a:off x="3618316" y="2872215"/>
            <a:ext cx="3401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2" name="Straight Connector 241"/>
          <p:cNvCxnSpPr/>
          <p:nvPr/>
        </p:nvCxnSpPr>
        <p:spPr bwMode="auto">
          <a:xfrm flipV="1">
            <a:off x="2920797" y="3830740"/>
            <a:ext cx="652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5" name="Straight Connector 244"/>
          <p:cNvCxnSpPr/>
          <p:nvPr/>
        </p:nvCxnSpPr>
        <p:spPr bwMode="auto">
          <a:xfrm flipV="1">
            <a:off x="4664595" y="1787686"/>
            <a:ext cx="0" cy="562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1" name="Straight Connector 250"/>
          <p:cNvCxnSpPr/>
          <p:nvPr/>
        </p:nvCxnSpPr>
        <p:spPr bwMode="auto">
          <a:xfrm flipV="1">
            <a:off x="3269558" y="2181446"/>
            <a:ext cx="4501" cy="517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5" name="Straight Connector 254"/>
          <p:cNvCxnSpPr/>
          <p:nvPr/>
        </p:nvCxnSpPr>
        <p:spPr bwMode="auto">
          <a:xfrm flipH="1" flipV="1">
            <a:off x="3177306" y="2185945"/>
            <a:ext cx="5249" cy="337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6" name="Straight Connector 285"/>
          <p:cNvCxnSpPr/>
          <p:nvPr/>
        </p:nvCxnSpPr>
        <p:spPr bwMode="auto">
          <a:xfrm flipV="1">
            <a:off x="7352831" y="2478454"/>
            <a:ext cx="1003363" cy="200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7" name="Oval 286"/>
          <p:cNvSpPr/>
          <p:nvPr/>
        </p:nvSpPr>
        <p:spPr bwMode="auto">
          <a:xfrm flipV="1">
            <a:off x="7625230" y="2440840"/>
            <a:ext cx="57315" cy="5731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grpSp>
        <p:nvGrpSpPr>
          <p:cNvPr id="160" name="Group 159"/>
          <p:cNvGrpSpPr/>
          <p:nvPr/>
        </p:nvGrpSpPr>
        <p:grpSpPr>
          <a:xfrm flipV="1">
            <a:off x="3170303" y="1757048"/>
            <a:ext cx="114630" cy="117526"/>
            <a:chOff x="4392613" y="4279438"/>
            <a:chExt cx="144000" cy="147637"/>
          </a:xfrm>
        </p:grpSpPr>
        <p:sp>
          <p:nvSpPr>
            <p:cNvPr id="161" name="Oval 160"/>
            <p:cNvSpPr/>
            <p:nvPr/>
          </p:nvSpPr>
          <p:spPr bwMode="auto">
            <a:xfrm>
              <a:off x="4392613" y="4283075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62" name="Oval 46"/>
            <p:cNvSpPr/>
            <p:nvPr/>
          </p:nvSpPr>
          <p:spPr bwMode="auto">
            <a:xfrm>
              <a:off x="4394732" y="4279438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63" name="Oval 46"/>
            <p:cNvSpPr/>
            <p:nvPr/>
          </p:nvSpPr>
          <p:spPr bwMode="auto">
            <a:xfrm rot="11007448">
              <a:off x="4461407" y="4348495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cxnSp>
        <p:nvCxnSpPr>
          <p:cNvPr id="9" name="Straight Connector 8"/>
          <p:cNvCxnSpPr>
            <a:endCxn id="93" idx="0"/>
          </p:cNvCxnSpPr>
          <p:nvPr/>
        </p:nvCxnSpPr>
        <p:spPr bwMode="auto">
          <a:xfrm>
            <a:off x="3212526" y="1334074"/>
            <a:ext cx="0" cy="853242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74" name="Straight Connector 173"/>
          <p:cNvCxnSpPr/>
          <p:nvPr/>
        </p:nvCxnSpPr>
        <p:spPr bwMode="auto">
          <a:xfrm>
            <a:off x="3217926" y="2200312"/>
            <a:ext cx="0" cy="458598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76" name="Straight Connector 175"/>
          <p:cNvCxnSpPr/>
          <p:nvPr/>
        </p:nvCxnSpPr>
        <p:spPr bwMode="auto">
          <a:xfrm rot="5400000">
            <a:off x="3223326" y="2187712"/>
            <a:ext cx="0" cy="458598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77" name="Straight Connector 176"/>
          <p:cNvCxnSpPr/>
          <p:nvPr/>
        </p:nvCxnSpPr>
        <p:spPr bwMode="auto">
          <a:xfrm>
            <a:off x="3354745" y="4261480"/>
            <a:ext cx="3968" cy="1669326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78" name="Straight Connector 177"/>
          <p:cNvCxnSpPr/>
          <p:nvPr/>
        </p:nvCxnSpPr>
        <p:spPr bwMode="auto">
          <a:xfrm flipH="1">
            <a:off x="2424551" y="5075773"/>
            <a:ext cx="1848824" cy="3969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3"/>
          <p:cNvSpPr/>
          <p:nvPr/>
        </p:nvSpPr>
        <p:spPr bwMode="auto">
          <a:xfrm>
            <a:off x="4784793" y="4971623"/>
            <a:ext cx="5395417" cy="687859"/>
          </a:xfrm>
          <a:custGeom>
            <a:avLst/>
            <a:gdLst>
              <a:gd name="connsiteX0" fmla="*/ 0 w 3642101"/>
              <a:gd name="connsiteY0" fmla="*/ 0 h 759416"/>
              <a:gd name="connsiteX1" fmla="*/ 3642101 w 3642101"/>
              <a:gd name="connsiteY1" fmla="*/ 0 h 759416"/>
              <a:gd name="connsiteX2" fmla="*/ 3642101 w 3642101"/>
              <a:gd name="connsiteY2" fmla="*/ 759416 h 759416"/>
              <a:gd name="connsiteX3" fmla="*/ 0 w 3642101"/>
              <a:gd name="connsiteY3" fmla="*/ 759416 h 759416"/>
              <a:gd name="connsiteX4" fmla="*/ 0 w 3642101"/>
              <a:gd name="connsiteY4" fmla="*/ 0 h 759416"/>
              <a:gd name="connsiteX0" fmla="*/ 0 w 3642102"/>
              <a:gd name="connsiteY0" fmla="*/ 0 h 759416"/>
              <a:gd name="connsiteX1" fmla="*/ 3642101 w 3642102"/>
              <a:gd name="connsiteY1" fmla="*/ 0 h 759416"/>
              <a:gd name="connsiteX2" fmla="*/ 3642102 w 3642102"/>
              <a:gd name="connsiteY2" fmla="*/ 410705 h 759416"/>
              <a:gd name="connsiteX3" fmla="*/ 3642101 w 3642102"/>
              <a:gd name="connsiteY3" fmla="*/ 759416 h 759416"/>
              <a:gd name="connsiteX4" fmla="*/ 0 w 3642102"/>
              <a:gd name="connsiteY4" fmla="*/ 759416 h 759416"/>
              <a:gd name="connsiteX5" fmla="*/ 0 w 3642102"/>
              <a:gd name="connsiteY5" fmla="*/ 0 h 759416"/>
              <a:gd name="connsiteX0" fmla="*/ 0 w 5145438"/>
              <a:gd name="connsiteY0" fmla="*/ 0 h 759416"/>
              <a:gd name="connsiteX1" fmla="*/ 3642101 w 5145438"/>
              <a:gd name="connsiteY1" fmla="*/ 0 h 759416"/>
              <a:gd name="connsiteX2" fmla="*/ 5145438 w 5145438"/>
              <a:gd name="connsiteY2" fmla="*/ 54244 h 759416"/>
              <a:gd name="connsiteX3" fmla="*/ 3642101 w 5145438"/>
              <a:gd name="connsiteY3" fmla="*/ 759416 h 759416"/>
              <a:gd name="connsiteX4" fmla="*/ 0 w 5145438"/>
              <a:gd name="connsiteY4" fmla="*/ 759416 h 759416"/>
              <a:gd name="connsiteX5" fmla="*/ 0 w 5145438"/>
              <a:gd name="connsiteY5" fmla="*/ 0 h 759416"/>
              <a:gd name="connsiteX0" fmla="*/ 0 w 5145438"/>
              <a:gd name="connsiteY0" fmla="*/ 0 h 759416"/>
              <a:gd name="connsiteX1" fmla="*/ 3642101 w 5145438"/>
              <a:gd name="connsiteY1" fmla="*/ 0 h 759416"/>
              <a:gd name="connsiteX2" fmla="*/ 5145438 w 5145438"/>
              <a:gd name="connsiteY2" fmla="*/ 54244 h 759416"/>
              <a:gd name="connsiteX3" fmla="*/ 3642101 w 5145438"/>
              <a:gd name="connsiteY3" fmla="*/ 759416 h 759416"/>
              <a:gd name="connsiteX4" fmla="*/ 0 w 5145438"/>
              <a:gd name="connsiteY4" fmla="*/ 759416 h 759416"/>
              <a:gd name="connsiteX5" fmla="*/ 0 w 5145438"/>
              <a:gd name="connsiteY5" fmla="*/ 0 h 759416"/>
              <a:gd name="connsiteX0" fmla="*/ 0 w 5145438"/>
              <a:gd name="connsiteY0" fmla="*/ 58316 h 817732"/>
              <a:gd name="connsiteX1" fmla="*/ 3642101 w 5145438"/>
              <a:gd name="connsiteY1" fmla="*/ 58316 h 817732"/>
              <a:gd name="connsiteX2" fmla="*/ 5145438 w 5145438"/>
              <a:gd name="connsiteY2" fmla="*/ 112560 h 817732"/>
              <a:gd name="connsiteX3" fmla="*/ 3642101 w 5145438"/>
              <a:gd name="connsiteY3" fmla="*/ 817732 h 817732"/>
              <a:gd name="connsiteX4" fmla="*/ 0 w 5145438"/>
              <a:gd name="connsiteY4" fmla="*/ 817732 h 817732"/>
              <a:gd name="connsiteX5" fmla="*/ 0 w 5145438"/>
              <a:gd name="connsiteY5" fmla="*/ 58316 h 817732"/>
              <a:gd name="connsiteX0" fmla="*/ 0 w 5145438"/>
              <a:gd name="connsiteY0" fmla="*/ 54845 h 814261"/>
              <a:gd name="connsiteX1" fmla="*/ 3642101 w 5145438"/>
              <a:gd name="connsiteY1" fmla="*/ 54845 h 814261"/>
              <a:gd name="connsiteX2" fmla="*/ 5145438 w 5145438"/>
              <a:gd name="connsiteY2" fmla="*/ 109089 h 814261"/>
              <a:gd name="connsiteX3" fmla="*/ 3642101 w 5145438"/>
              <a:gd name="connsiteY3" fmla="*/ 814261 h 814261"/>
              <a:gd name="connsiteX4" fmla="*/ 0 w 5145438"/>
              <a:gd name="connsiteY4" fmla="*/ 814261 h 814261"/>
              <a:gd name="connsiteX5" fmla="*/ 0 w 5145438"/>
              <a:gd name="connsiteY5" fmla="*/ 54845 h 814261"/>
              <a:gd name="connsiteX0" fmla="*/ 0 w 5145438"/>
              <a:gd name="connsiteY0" fmla="*/ 54845 h 814261"/>
              <a:gd name="connsiteX1" fmla="*/ 3642101 w 5145438"/>
              <a:gd name="connsiteY1" fmla="*/ 54845 h 814261"/>
              <a:gd name="connsiteX2" fmla="*/ 5145438 w 5145438"/>
              <a:gd name="connsiteY2" fmla="*/ 109089 h 814261"/>
              <a:gd name="connsiteX3" fmla="*/ 3642101 w 5145438"/>
              <a:gd name="connsiteY3" fmla="*/ 814261 h 814261"/>
              <a:gd name="connsiteX4" fmla="*/ 0 w 5145438"/>
              <a:gd name="connsiteY4" fmla="*/ 814261 h 814261"/>
              <a:gd name="connsiteX5" fmla="*/ 0 w 5145438"/>
              <a:gd name="connsiteY5" fmla="*/ 54845 h 814261"/>
              <a:gd name="connsiteX0" fmla="*/ 0 w 5145438"/>
              <a:gd name="connsiteY0" fmla="*/ 54845 h 814261"/>
              <a:gd name="connsiteX1" fmla="*/ 3642101 w 5145438"/>
              <a:gd name="connsiteY1" fmla="*/ 54845 h 814261"/>
              <a:gd name="connsiteX2" fmla="*/ 5145438 w 5145438"/>
              <a:gd name="connsiteY2" fmla="*/ 109089 h 814261"/>
              <a:gd name="connsiteX3" fmla="*/ 3642101 w 5145438"/>
              <a:gd name="connsiteY3" fmla="*/ 814261 h 814261"/>
              <a:gd name="connsiteX4" fmla="*/ 0 w 5145438"/>
              <a:gd name="connsiteY4" fmla="*/ 814261 h 814261"/>
              <a:gd name="connsiteX5" fmla="*/ 0 w 5145438"/>
              <a:gd name="connsiteY5" fmla="*/ 54845 h 814261"/>
              <a:gd name="connsiteX0" fmla="*/ 0 w 5145438"/>
              <a:gd name="connsiteY0" fmla="*/ 56162 h 815578"/>
              <a:gd name="connsiteX1" fmla="*/ 3642101 w 5145438"/>
              <a:gd name="connsiteY1" fmla="*/ 56162 h 815578"/>
              <a:gd name="connsiteX2" fmla="*/ 5145438 w 5145438"/>
              <a:gd name="connsiteY2" fmla="*/ 110406 h 815578"/>
              <a:gd name="connsiteX3" fmla="*/ 3642101 w 5145438"/>
              <a:gd name="connsiteY3" fmla="*/ 815578 h 815578"/>
              <a:gd name="connsiteX4" fmla="*/ 0 w 5145438"/>
              <a:gd name="connsiteY4" fmla="*/ 815578 h 815578"/>
              <a:gd name="connsiteX5" fmla="*/ 0 w 5145438"/>
              <a:gd name="connsiteY5" fmla="*/ 56162 h 815578"/>
              <a:gd name="connsiteX0" fmla="*/ 0 w 5145438"/>
              <a:gd name="connsiteY0" fmla="*/ 68131 h 827547"/>
              <a:gd name="connsiteX1" fmla="*/ 5145438 w 5145438"/>
              <a:gd name="connsiteY1" fmla="*/ 122375 h 827547"/>
              <a:gd name="connsiteX2" fmla="*/ 3642101 w 5145438"/>
              <a:gd name="connsiteY2" fmla="*/ 827547 h 827547"/>
              <a:gd name="connsiteX3" fmla="*/ 0 w 5145438"/>
              <a:gd name="connsiteY3" fmla="*/ 827547 h 827547"/>
              <a:gd name="connsiteX4" fmla="*/ 0 w 5145438"/>
              <a:gd name="connsiteY4" fmla="*/ 68131 h 827547"/>
              <a:gd name="connsiteX0" fmla="*/ 0 w 5145438"/>
              <a:gd name="connsiteY0" fmla="*/ 40828 h 800244"/>
              <a:gd name="connsiteX1" fmla="*/ 5145438 w 5145438"/>
              <a:gd name="connsiteY1" fmla="*/ 95072 h 800244"/>
              <a:gd name="connsiteX2" fmla="*/ 3642101 w 5145438"/>
              <a:gd name="connsiteY2" fmla="*/ 800244 h 800244"/>
              <a:gd name="connsiteX3" fmla="*/ 0 w 5145438"/>
              <a:gd name="connsiteY3" fmla="*/ 800244 h 800244"/>
              <a:gd name="connsiteX4" fmla="*/ 0 w 5145438"/>
              <a:gd name="connsiteY4" fmla="*/ 40828 h 800244"/>
              <a:gd name="connsiteX0" fmla="*/ 0 w 5140676"/>
              <a:gd name="connsiteY0" fmla="*/ 58064 h 817480"/>
              <a:gd name="connsiteX1" fmla="*/ 5140676 w 5140676"/>
              <a:gd name="connsiteY1" fmla="*/ 36108 h 817480"/>
              <a:gd name="connsiteX2" fmla="*/ 3642101 w 5140676"/>
              <a:gd name="connsiteY2" fmla="*/ 817480 h 817480"/>
              <a:gd name="connsiteX3" fmla="*/ 0 w 5140676"/>
              <a:gd name="connsiteY3" fmla="*/ 817480 h 817480"/>
              <a:gd name="connsiteX4" fmla="*/ 0 w 5140676"/>
              <a:gd name="connsiteY4" fmla="*/ 58064 h 817480"/>
              <a:gd name="connsiteX0" fmla="*/ 0 w 5140676"/>
              <a:gd name="connsiteY0" fmla="*/ 53825 h 813241"/>
              <a:gd name="connsiteX1" fmla="*/ 5140676 w 5140676"/>
              <a:gd name="connsiteY1" fmla="*/ 46156 h 813241"/>
              <a:gd name="connsiteX2" fmla="*/ 3642101 w 5140676"/>
              <a:gd name="connsiteY2" fmla="*/ 813241 h 813241"/>
              <a:gd name="connsiteX3" fmla="*/ 0 w 5140676"/>
              <a:gd name="connsiteY3" fmla="*/ 813241 h 813241"/>
              <a:gd name="connsiteX4" fmla="*/ 0 w 5140676"/>
              <a:gd name="connsiteY4" fmla="*/ 53825 h 813241"/>
              <a:gd name="connsiteX0" fmla="*/ 0 w 5140676"/>
              <a:gd name="connsiteY0" fmla="*/ 53825 h 813241"/>
              <a:gd name="connsiteX1" fmla="*/ 5140676 w 5140676"/>
              <a:gd name="connsiteY1" fmla="*/ 46156 h 813241"/>
              <a:gd name="connsiteX2" fmla="*/ 3642101 w 5140676"/>
              <a:gd name="connsiteY2" fmla="*/ 813241 h 813241"/>
              <a:gd name="connsiteX3" fmla="*/ 0 w 5140676"/>
              <a:gd name="connsiteY3" fmla="*/ 813241 h 813241"/>
              <a:gd name="connsiteX4" fmla="*/ 0 w 5140676"/>
              <a:gd name="connsiteY4" fmla="*/ 53825 h 813241"/>
              <a:gd name="connsiteX0" fmla="*/ 0 w 5140676"/>
              <a:gd name="connsiteY0" fmla="*/ 51802 h 811218"/>
              <a:gd name="connsiteX1" fmla="*/ 5140676 w 5140676"/>
              <a:gd name="connsiteY1" fmla="*/ 51753 h 811218"/>
              <a:gd name="connsiteX2" fmla="*/ 3642101 w 5140676"/>
              <a:gd name="connsiteY2" fmla="*/ 811218 h 811218"/>
              <a:gd name="connsiteX3" fmla="*/ 0 w 5140676"/>
              <a:gd name="connsiteY3" fmla="*/ 811218 h 811218"/>
              <a:gd name="connsiteX4" fmla="*/ 0 w 5140676"/>
              <a:gd name="connsiteY4" fmla="*/ 51802 h 811218"/>
              <a:gd name="connsiteX0" fmla="*/ 0 w 5140676"/>
              <a:gd name="connsiteY0" fmla="*/ 49 h 759465"/>
              <a:gd name="connsiteX1" fmla="*/ 5140676 w 5140676"/>
              <a:gd name="connsiteY1" fmla="*/ 0 h 759465"/>
              <a:gd name="connsiteX2" fmla="*/ 3642101 w 5140676"/>
              <a:gd name="connsiteY2" fmla="*/ 759465 h 759465"/>
              <a:gd name="connsiteX3" fmla="*/ 0 w 5140676"/>
              <a:gd name="connsiteY3" fmla="*/ 759465 h 759465"/>
              <a:gd name="connsiteX4" fmla="*/ 0 w 5140676"/>
              <a:gd name="connsiteY4" fmla="*/ 49 h 759465"/>
              <a:gd name="connsiteX0" fmla="*/ 0 w 5140676"/>
              <a:gd name="connsiteY0" fmla="*/ 49 h 759465"/>
              <a:gd name="connsiteX1" fmla="*/ 5140676 w 5140676"/>
              <a:gd name="connsiteY1" fmla="*/ 0 h 759465"/>
              <a:gd name="connsiteX2" fmla="*/ 3642101 w 5140676"/>
              <a:gd name="connsiteY2" fmla="*/ 759465 h 759465"/>
              <a:gd name="connsiteX3" fmla="*/ 0 w 5140676"/>
              <a:gd name="connsiteY3" fmla="*/ 759465 h 759465"/>
              <a:gd name="connsiteX4" fmla="*/ 903 w 5140676"/>
              <a:gd name="connsiteY4" fmla="*/ 350310 h 759465"/>
              <a:gd name="connsiteX5" fmla="*/ 0 w 5140676"/>
              <a:gd name="connsiteY5" fmla="*/ 49 h 759465"/>
              <a:gd name="connsiteX0" fmla="*/ 867777 w 6008453"/>
              <a:gd name="connsiteY0" fmla="*/ 49 h 759465"/>
              <a:gd name="connsiteX1" fmla="*/ 6008453 w 6008453"/>
              <a:gd name="connsiteY1" fmla="*/ 0 h 759465"/>
              <a:gd name="connsiteX2" fmla="*/ 4509878 w 6008453"/>
              <a:gd name="connsiteY2" fmla="*/ 759465 h 759465"/>
              <a:gd name="connsiteX3" fmla="*/ 867777 w 6008453"/>
              <a:gd name="connsiteY3" fmla="*/ 759465 h 759465"/>
              <a:gd name="connsiteX4" fmla="*/ 0 w 6008453"/>
              <a:gd name="connsiteY4" fmla="*/ 693210 h 759465"/>
              <a:gd name="connsiteX5" fmla="*/ 867777 w 6008453"/>
              <a:gd name="connsiteY5" fmla="*/ 49 h 759465"/>
              <a:gd name="connsiteX0" fmla="*/ 873707 w 6014383"/>
              <a:gd name="connsiteY0" fmla="*/ 49 h 769680"/>
              <a:gd name="connsiteX1" fmla="*/ 6014383 w 6014383"/>
              <a:gd name="connsiteY1" fmla="*/ 0 h 769680"/>
              <a:gd name="connsiteX2" fmla="*/ 4515808 w 6014383"/>
              <a:gd name="connsiteY2" fmla="*/ 759465 h 769680"/>
              <a:gd name="connsiteX3" fmla="*/ 873707 w 6014383"/>
              <a:gd name="connsiteY3" fmla="*/ 759465 h 769680"/>
              <a:gd name="connsiteX4" fmla="*/ 5930 w 6014383"/>
              <a:gd name="connsiteY4" fmla="*/ 693210 h 769680"/>
              <a:gd name="connsiteX5" fmla="*/ 873707 w 6014383"/>
              <a:gd name="connsiteY5" fmla="*/ 49 h 769680"/>
              <a:gd name="connsiteX0" fmla="*/ 901266 w 6041942"/>
              <a:gd name="connsiteY0" fmla="*/ 49 h 759465"/>
              <a:gd name="connsiteX1" fmla="*/ 6041942 w 6041942"/>
              <a:gd name="connsiteY1" fmla="*/ 0 h 759465"/>
              <a:gd name="connsiteX2" fmla="*/ 4543367 w 6041942"/>
              <a:gd name="connsiteY2" fmla="*/ 759465 h 759465"/>
              <a:gd name="connsiteX3" fmla="*/ 901266 w 6041942"/>
              <a:gd name="connsiteY3" fmla="*/ 759465 h 759465"/>
              <a:gd name="connsiteX4" fmla="*/ 3009 w 6041942"/>
              <a:gd name="connsiteY4" fmla="*/ 617010 h 759465"/>
              <a:gd name="connsiteX5" fmla="*/ 901266 w 6041942"/>
              <a:gd name="connsiteY5" fmla="*/ 49 h 759465"/>
              <a:gd name="connsiteX0" fmla="*/ 904011 w 6044687"/>
              <a:gd name="connsiteY0" fmla="*/ 49 h 759465"/>
              <a:gd name="connsiteX1" fmla="*/ 6044687 w 6044687"/>
              <a:gd name="connsiteY1" fmla="*/ 0 h 759465"/>
              <a:gd name="connsiteX2" fmla="*/ 4546112 w 6044687"/>
              <a:gd name="connsiteY2" fmla="*/ 759465 h 759465"/>
              <a:gd name="connsiteX3" fmla="*/ 904011 w 6044687"/>
              <a:gd name="connsiteY3" fmla="*/ 759465 h 759465"/>
              <a:gd name="connsiteX4" fmla="*/ 5754 w 6044687"/>
              <a:gd name="connsiteY4" fmla="*/ 617010 h 759465"/>
              <a:gd name="connsiteX5" fmla="*/ 904011 w 6044687"/>
              <a:gd name="connsiteY5" fmla="*/ 49 h 759465"/>
              <a:gd name="connsiteX0" fmla="*/ 944660 w 6085336"/>
              <a:gd name="connsiteY0" fmla="*/ 49 h 759465"/>
              <a:gd name="connsiteX1" fmla="*/ 6085336 w 6085336"/>
              <a:gd name="connsiteY1" fmla="*/ 0 h 759465"/>
              <a:gd name="connsiteX2" fmla="*/ 4586761 w 6085336"/>
              <a:gd name="connsiteY2" fmla="*/ 759465 h 759465"/>
              <a:gd name="connsiteX3" fmla="*/ 944660 w 6085336"/>
              <a:gd name="connsiteY3" fmla="*/ 759465 h 759465"/>
              <a:gd name="connsiteX4" fmla="*/ 46403 w 6085336"/>
              <a:gd name="connsiteY4" fmla="*/ 617010 h 759465"/>
              <a:gd name="connsiteX5" fmla="*/ 214045 w 6085336"/>
              <a:gd name="connsiteY5" fmla="*/ 197910 h 759465"/>
              <a:gd name="connsiteX6" fmla="*/ 944660 w 6085336"/>
              <a:gd name="connsiteY6" fmla="*/ 49 h 759465"/>
              <a:gd name="connsiteX0" fmla="*/ 907575 w 6048251"/>
              <a:gd name="connsiteY0" fmla="*/ 49 h 759465"/>
              <a:gd name="connsiteX1" fmla="*/ 6048251 w 6048251"/>
              <a:gd name="connsiteY1" fmla="*/ 0 h 759465"/>
              <a:gd name="connsiteX2" fmla="*/ 4549676 w 6048251"/>
              <a:gd name="connsiteY2" fmla="*/ 759465 h 759465"/>
              <a:gd name="connsiteX3" fmla="*/ 907575 w 6048251"/>
              <a:gd name="connsiteY3" fmla="*/ 759465 h 759465"/>
              <a:gd name="connsiteX4" fmla="*/ 9318 w 6048251"/>
              <a:gd name="connsiteY4" fmla="*/ 617010 h 759465"/>
              <a:gd name="connsiteX5" fmla="*/ 466520 w 6048251"/>
              <a:gd name="connsiteY5" fmla="*/ 296970 h 759465"/>
              <a:gd name="connsiteX6" fmla="*/ 907575 w 6048251"/>
              <a:gd name="connsiteY6" fmla="*/ 49 h 759465"/>
              <a:gd name="connsiteX0" fmla="*/ 907575 w 6048251"/>
              <a:gd name="connsiteY0" fmla="*/ 49 h 759465"/>
              <a:gd name="connsiteX1" fmla="*/ 6048251 w 6048251"/>
              <a:gd name="connsiteY1" fmla="*/ 0 h 759465"/>
              <a:gd name="connsiteX2" fmla="*/ 4549676 w 6048251"/>
              <a:gd name="connsiteY2" fmla="*/ 759465 h 759465"/>
              <a:gd name="connsiteX3" fmla="*/ 907575 w 6048251"/>
              <a:gd name="connsiteY3" fmla="*/ 759465 h 759465"/>
              <a:gd name="connsiteX4" fmla="*/ 9318 w 6048251"/>
              <a:gd name="connsiteY4" fmla="*/ 617010 h 759465"/>
              <a:gd name="connsiteX5" fmla="*/ 466520 w 6048251"/>
              <a:gd name="connsiteY5" fmla="*/ 296970 h 759465"/>
              <a:gd name="connsiteX6" fmla="*/ 907575 w 6048251"/>
              <a:gd name="connsiteY6" fmla="*/ 49 h 759465"/>
              <a:gd name="connsiteX0" fmla="*/ 907575 w 6048251"/>
              <a:gd name="connsiteY0" fmla="*/ 49 h 759465"/>
              <a:gd name="connsiteX1" fmla="*/ 6048251 w 6048251"/>
              <a:gd name="connsiteY1" fmla="*/ 0 h 759465"/>
              <a:gd name="connsiteX2" fmla="*/ 4549676 w 6048251"/>
              <a:gd name="connsiteY2" fmla="*/ 759465 h 759465"/>
              <a:gd name="connsiteX3" fmla="*/ 907575 w 6048251"/>
              <a:gd name="connsiteY3" fmla="*/ 759465 h 759465"/>
              <a:gd name="connsiteX4" fmla="*/ 9318 w 6048251"/>
              <a:gd name="connsiteY4" fmla="*/ 617010 h 759465"/>
              <a:gd name="connsiteX5" fmla="*/ 466520 w 6048251"/>
              <a:gd name="connsiteY5" fmla="*/ 296970 h 759465"/>
              <a:gd name="connsiteX6" fmla="*/ 907575 w 6048251"/>
              <a:gd name="connsiteY6" fmla="*/ 49 h 759465"/>
              <a:gd name="connsiteX0" fmla="*/ 900119 w 6040795"/>
              <a:gd name="connsiteY0" fmla="*/ 49 h 759465"/>
              <a:gd name="connsiteX1" fmla="*/ 6040795 w 6040795"/>
              <a:gd name="connsiteY1" fmla="*/ 0 h 759465"/>
              <a:gd name="connsiteX2" fmla="*/ 4542220 w 6040795"/>
              <a:gd name="connsiteY2" fmla="*/ 759465 h 759465"/>
              <a:gd name="connsiteX3" fmla="*/ 900119 w 6040795"/>
              <a:gd name="connsiteY3" fmla="*/ 759465 h 759465"/>
              <a:gd name="connsiteX4" fmla="*/ 9482 w 6040795"/>
              <a:gd name="connsiteY4" fmla="*/ 563670 h 759465"/>
              <a:gd name="connsiteX5" fmla="*/ 459064 w 6040795"/>
              <a:gd name="connsiteY5" fmla="*/ 296970 h 759465"/>
              <a:gd name="connsiteX6" fmla="*/ 900119 w 6040795"/>
              <a:gd name="connsiteY6" fmla="*/ 49 h 759465"/>
              <a:gd name="connsiteX0" fmla="*/ 891123 w 6031799"/>
              <a:gd name="connsiteY0" fmla="*/ 49 h 759465"/>
              <a:gd name="connsiteX1" fmla="*/ 6031799 w 6031799"/>
              <a:gd name="connsiteY1" fmla="*/ 0 h 759465"/>
              <a:gd name="connsiteX2" fmla="*/ 4533224 w 6031799"/>
              <a:gd name="connsiteY2" fmla="*/ 759465 h 759465"/>
              <a:gd name="connsiteX3" fmla="*/ 891123 w 6031799"/>
              <a:gd name="connsiteY3" fmla="*/ 759465 h 759465"/>
              <a:gd name="connsiteX4" fmla="*/ 486 w 6031799"/>
              <a:gd name="connsiteY4" fmla="*/ 563670 h 759465"/>
              <a:gd name="connsiteX5" fmla="*/ 450068 w 6031799"/>
              <a:gd name="connsiteY5" fmla="*/ 296970 h 759465"/>
              <a:gd name="connsiteX6" fmla="*/ 891123 w 6031799"/>
              <a:gd name="connsiteY6" fmla="*/ 49 h 759465"/>
              <a:gd name="connsiteX0" fmla="*/ 891123 w 6031799"/>
              <a:gd name="connsiteY0" fmla="*/ 49 h 768990"/>
              <a:gd name="connsiteX1" fmla="*/ 6031799 w 6031799"/>
              <a:gd name="connsiteY1" fmla="*/ 0 h 768990"/>
              <a:gd name="connsiteX2" fmla="*/ 41331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450068 w 6031799"/>
              <a:gd name="connsiteY5" fmla="*/ 296970 h 768990"/>
              <a:gd name="connsiteX6" fmla="*/ 891123 w 6031799"/>
              <a:gd name="connsiteY6" fmla="*/ 49 h 768990"/>
              <a:gd name="connsiteX0" fmla="*/ 891123 w 6031799"/>
              <a:gd name="connsiteY0" fmla="*/ 49 h 768990"/>
              <a:gd name="connsiteX1" fmla="*/ 6031799 w 6031799"/>
              <a:gd name="connsiteY1" fmla="*/ 0 h 768990"/>
              <a:gd name="connsiteX2" fmla="*/ 41331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450068 w 6031799"/>
              <a:gd name="connsiteY5" fmla="*/ 296970 h 768990"/>
              <a:gd name="connsiteX6" fmla="*/ 891123 w 6031799"/>
              <a:gd name="connsiteY6" fmla="*/ 49 h 768990"/>
              <a:gd name="connsiteX0" fmla="*/ 891123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450068 w 6031799"/>
              <a:gd name="connsiteY5" fmla="*/ 296970 h 768990"/>
              <a:gd name="connsiteX6" fmla="*/ 891123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450068 w 6031799"/>
              <a:gd name="connsiteY5" fmla="*/ 296970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450068 w 6031799"/>
              <a:gd name="connsiteY5" fmla="*/ 296970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2618 w 6031799"/>
              <a:gd name="connsiteY5" fmla="*/ 337218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2618 w 6031799"/>
              <a:gd name="connsiteY5" fmla="*/ 337218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416528 w 6031799"/>
              <a:gd name="connsiteY5" fmla="*/ 223184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416528 w 6031799"/>
              <a:gd name="connsiteY5" fmla="*/ 223184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756966 w 6031799"/>
              <a:gd name="connsiteY6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76702 w 6031799"/>
              <a:gd name="connsiteY6" fmla="*/ 131602 h 768990"/>
              <a:gd name="connsiteX7" fmla="*/ 756966 w 6031799"/>
              <a:gd name="connsiteY7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76702 w 6031799"/>
              <a:gd name="connsiteY6" fmla="*/ 131602 h 768990"/>
              <a:gd name="connsiteX7" fmla="*/ 756966 w 6031799"/>
              <a:gd name="connsiteY7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76702 w 6031799"/>
              <a:gd name="connsiteY6" fmla="*/ 131602 h 768990"/>
              <a:gd name="connsiteX7" fmla="*/ 756966 w 6031799"/>
              <a:gd name="connsiteY7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76702 w 6031799"/>
              <a:gd name="connsiteY6" fmla="*/ 131602 h 768990"/>
              <a:gd name="connsiteX7" fmla="*/ 756966 w 6031799"/>
              <a:gd name="connsiteY7" fmla="*/ 49 h 768990"/>
              <a:gd name="connsiteX0" fmla="*/ 756966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76702 w 6031799"/>
              <a:gd name="connsiteY6" fmla="*/ 131602 h 768990"/>
              <a:gd name="connsiteX7" fmla="*/ 756966 w 6031799"/>
              <a:gd name="connsiteY7" fmla="*/ 49 h 768990"/>
              <a:gd name="connsiteX0" fmla="*/ 907893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76702 w 6031799"/>
              <a:gd name="connsiteY6" fmla="*/ 131602 h 768990"/>
              <a:gd name="connsiteX7" fmla="*/ 907893 w 6031799"/>
              <a:gd name="connsiteY7" fmla="*/ 49 h 768990"/>
              <a:gd name="connsiteX0" fmla="*/ 907893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76702 w 6031799"/>
              <a:gd name="connsiteY6" fmla="*/ 131602 h 768990"/>
              <a:gd name="connsiteX7" fmla="*/ 907893 w 6031799"/>
              <a:gd name="connsiteY7" fmla="*/ 49 h 768990"/>
              <a:gd name="connsiteX0" fmla="*/ 907893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90117 w 6031799"/>
              <a:gd name="connsiteY6" fmla="*/ 124894 h 768990"/>
              <a:gd name="connsiteX7" fmla="*/ 907893 w 6031799"/>
              <a:gd name="connsiteY7" fmla="*/ 49 h 768990"/>
              <a:gd name="connsiteX0" fmla="*/ 907893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90117 w 6031799"/>
              <a:gd name="connsiteY6" fmla="*/ 124894 h 768990"/>
              <a:gd name="connsiteX7" fmla="*/ 907893 w 6031799"/>
              <a:gd name="connsiteY7" fmla="*/ 49 h 768990"/>
              <a:gd name="connsiteX0" fmla="*/ 907893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90117 w 6031799"/>
              <a:gd name="connsiteY6" fmla="*/ 124894 h 768990"/>
              <a:gd name="connsiteX7" fmla="*/ 907893 w 6031799"/>
              <a:gd name="connsiteY7" fmla="*/ 49 h 768990"/>
              <a:gd name="connsiteX0" fmla="*/ 907893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90117 w 6031799"/>
              <a:gd name="connsiteY6" fmla="*/ 124894 h 768990"/>
              <a:gd name="connsiteX7" fmla="*/ 907893 w 6031799"/>
              <a:gd name="connsiteY7" fmla="*/ 49 h 768990"/>
              <a:gd name="connsiteX0" fmla="*/ 907893 w 6031799"/>
              <a:gd name="connsiteY0" fmla="*/ 49 h 768990"/>
              <a:gd name="connsiteX1" fmla="*/ 6031799 w 6031799"/>
              <a:gd name="connsiteY1" fmla="*/ 0 h 768990"/>
              <a:gd name="connsiteX2" fmla="*/ 4399874 w 6031799"/>
              <a:gd name="connsiteY2" fmla="*/ 768990 h 768990"/>
              <a:gd name="connsiteX3" fmla="*/ 891123 w 6031799"/>
              <a:gd name="connsiteY3" fmla="*/ 759465 h 768990"/>
              <a:gd name="connsiteX4" fmla="*/ 486 w 6031799"/>
              <a:gd name="connsiteY4" fmla="*/ 563670 h 768990"/>
              <a:gd name="connsiteX5" fmla="*/ 329326 w 6031799"/>
              <a:gd name="connsiteY5" fmla="*/ 283555 h 768990"/>
              <a:gd name="connsiteX6" fmla="*/ 490117 w 6031799"/>
              <a:gd name="connsiteY6" fmla="*/ 124894 h 768990"/>
              <a:gd name="connsiteX7" fmla="*/ 907893 w 6031799"/>
              <a:gd name="connsiteY7" fmla="*/ 49 h 76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31799" h="768990">
                <a:moveTo>
                  <a:pt x="907893" y="49"/>
                </a:moveTo>
                <a:lnTo>
                  <a:pt x="6031799" y="0"/>
                </a:lnTo>
                <a:cubicBezTo>
                  <a:pt x="6031799" y="116237"/>
                  <a:pt x="4723724" y="752765"/>
                  <a:pt x="4399874" y="768990"/>
                </a:cubicBezTo>
                <a:lnTo>
                  <a:pt x="891123" y="759465"/>
                </a:lnTo>
                <a:cubicBezTo>
                  <a:pt x="139477" y="748423"/>
                  <a:pt x="-9825" y="709333"/>
                  <a:pt x="486" y="563670"/>
                </a:cubicBezTo>
                <a:cubicBezTo>
                  <a:pt x="10797" y="418007"/>
                  <a:pt x="226479" y="322026"/>
                  <a:pt x="329326" y="283555"/>
                </a:cubicBezTo>
                <a:cubicBezTo>
                  <a:pt x="368448" y="275269"/>
                  <a:pt x="465799" y="135252"/>
                  <a:pt x="490117" y="124894"/>
                </a:cubicBezTo>
                <a:cubicBezTo>
                  <a:pt x="615053" y="50812"/>
                  <a:pt x="713202" y="21983"/>
                  <a:pt x="907893" y="49"/>
                </a:cubicBezTo>
                <a:close/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grpSp>
        <p:nvGrpSpPr>
          <p:cNvPr id="17" name="Group 16"/>
          <p:cNvGrpSpPr>
            <a:grpSpLocks noChangeAspect="1"/>
          </p:cNvGrpSpPr>
          <p:nvPr/>
        </p:nvGrpSpPr>
        <p:grpSpPr>
          <a:xfrm rot="16200000">
            <a:off x="8646466" y="4870975"/>
            <a:ext cx="391453" cy="774646"/>
            <a:chOff x="6687811" y="1640908"/>
            <a:chExt cx="1895472" cy="3269295"/>
          </a:xfrm>
          <a:noFill/>
        </p:grpSpPr>
        <p:cxnSp>
          <p:nvCxnSpPr>
            <p:cNvPr id="18" name="Straight Connector 17"/>
            <p:cNvCxnSpPr>
              <a:endCxn id="24" idx="2"/>
            </p:cNvCxnSpPr>
            <p:nvPr/>
          </p:nvCxnSpPr>
          <p:spPr bwMode="auto">
            <a:xfrm flipV="1">
              <a:off x="6759811" y="1640909"/>
              <a:ext cx="1735272" cy="1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>
              <a:off x="6687811" y="2630466"/>
              <a:ext cx="0" cy="31315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/>
            <p:nvPr/>
          </p:nvCxnSpPr>
          <p:spPr bwMode="auto">
            <a:xfrm>
              <a:off x="8583282" y="2630466"/>
              <a:ext cx="0" cy="31315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>
              <a:endCxn id="25" idx="2"/>
            </p:cNvCxnSpPr>
            <p:nvPr/>
          </p:nvCxnSpPr>
          <p:spPr bwMode="auto">
            <a:xfrm>
              <a:off x="6759811" y="3446745"/>
              <a:ext cx="1726622" cy="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7281811" y="4910203"/>
              <a:ext cx="720000" cy="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Arc 22"/>
            <p:cNvSpPr/>
            <p:nvPr/>
          </p:nvSpPr>
          <p:spPr bwMode="auto">
            <a:xfrm rot="16200000">
              <a:off x="5765850" y="2562872"/>
              <a:ext cx="2021255" cy="177332"/>
            </a:xfrm>
            <a:prstGeom prst="arc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24" name="Arc 23"/>
            <p:cNvSpPr/>
            <p:nvPr/>
          </p:nvSpPr>
          <p:spPr bwMode="auto">
            <a:xfrm rot="16200000" flipV="1">
              <a:off x="7484455" y="2563336"/>
              <a:ext cx="2021255" cy="176400"/>
            </a:xfrm>
            <a:prstGeom prst="arc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25" name="Arc 24"/>
            <p:cNvSpPr/>
            <p:nvPr/>
          </p:nvSpPr>
          <p:spPr bwMode="auto">
            <a:xfrm rot="5400000">
              <a:off x="7975912" y="2841293"/>
              <a:ext cx="1021043" cy="189861"/>
            </a:xfrm>
            <a:prstGeom prst="arc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26" name="Arc 25"/>
            <p:cNvSpPr/>
            <p:nvPr/>
          </p:nvSpPr>
          <p:spPr bwMode="auto">
            <a:xfrm rot="5400000" flipV="1">
              <a:off x="6265956" y="2847558"/>
              <a:ext cx="1021046" cy="177334"/>
            </a:xfrm>
            <a:prstGeom prst="arc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6993172" y="3457183"/>
              <a:ext cx="288639" cy="145302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 flipH="1">
              <a:off x="8001811" y="3457183"/>
              <a:ext cx="251361" cy="145302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9" name="Oval 6"/>
          <p:cNvSpPr/>
          <p:nvPr/>
        </p:nvSpPr>
        <p:spPr bwMode="auto">
          <a:xfrm rot="201908">
            <a:off x="6762490" y="5486739"/>
            <a:ext cx="1194851" cy="181685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7169" h="214635">
                <a:moveTo>
                  <a:pt x="51369" y="113035"/>
                </a:moveTo>
                <a:cubicBezTo>
                  <a:pt x="415436" y="-115565"/>
                  <a:pt x="1844186" y="65410"/>
                  <a:pt x="2007169" y="113035"/>
                </a:cubicBezTo>
                <a:cubicBezTo>
                  <a:pt x="1355236" y="113035"/>
                  <a:pt x="-312698" y="341635"/>
                  <a:pt x="51369" y="113035"/>
                </a:cubicBezTo>
                <a:close/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 bwMode="auto">
          <a:xfrm>
            <a:off x="7391501" y="4824624"/>
            <a:ext cx="15922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Straight Arrow Connector 31"/>
          <p:cNvCxnSpPr/>
          <p:nvPr/>
        </p:nvCxnSpPr>
        <p:spPr bwMode="auto">
          <a:xfrm flipH="1">
            <a:off x="7736496" y="4820832"/>
            <a:ext cx="14406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7160514" y="4426552"/>
            <a:ext cx="918841" cy="29591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GB" sz="1323" dirty="0"/>
              <a:t>CG range</a:t>
            </a:r>
            <a:endParaRPr lang="nl-NL" sz="1323" dirty="0"/>
          </a:p>
        </p:txBody>
      </p:sp>
      <p:sp>
        <p:nvSpPr>
          <p:cNvPr id="34" name="Oval 33"/>
          <p:cNvSpPr/>
          <p:nvPr/>
        </p:nvSpPr>
        <p:spPr bwMode="auto">
          <a:xfrm>
            <a:off x="5077253" y="5868706"/>
            <a:ext cx="143288" cy="143288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35" name="Arc 34"/>
          <p:cNvSpPr/>
          <p:nvPr/>
        </p:nvSpPr>
        <p:spPr bwMode="auto">
          <a:xfrm rot="5400000">
            <a:off x="4791967" y="5187565"/>
            <a:ext cx="745464" cy="765021"/>
          </a:xfrm>
          <a:prstGeom prst="arc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5469738" y="5499700"/>
            <a:ext cx="143288" cy="143288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43" name="Freeform 42"/>
          <p:cNvSpPr/>
          <p:nvPr/>
        </p:nvSpPr>
        <p:spPr bwMode="auto">
          <a:xfrm>
            <a:off x="9109570" y="4977534"/>
            <a:ext cx="1086799" cy="267909"/>
          </a:xfrm>
          <a:custGeom>
            <a:avLst/>
            <a:gdLst>
              <a:gd name="connsiteX0" fmla="*/ 654288 w 654288"/>
              <a:gd name="connsiteY0" fmla="*/ 88900 h 156398"/>
              <a:gd name="connsiteX1" fmla="*/ 44688 w 654288"/>
              <a:gd name="connsiteY1" fmla="*/ 152400 h 156398"/>
              <a:gd name="connsiteX2" fmla="*/ 44688 w 654288"/>
              <a:gd name="connsiteY2" fmla="*/ 133350 h 156398"/>
              <a:gd name="connsiteX3" fmla="*/ 31988 w 654288"/>
              <a:gd name="connsiteY3" fmla="*/ 0 h 156398"/>
              <a:gd name="connsiteX0" fmla="*/ 654288 w 654288"/>
              <a:gd name="connsiteY0" fmla="*/ 0 h 67498"/>
              <a:gd name="connsiteX1" fmla="*/ 44688 w 654288"/>
              <a:gd name="connsiteY1" fmla="*/ 63500 h 67498"/>
              <a:gd name="connsiteX2" fmla="*/ 44688 w 654288"/>
              <a:gd name="connsiteY2" fmla="*/ 44450 h 67498"/>
              <a:gd name="connsiteX0" fmla="*/ 609600 w 609600"/>
              <a:gd name="connsiteY0" fmla="*/ 0 h 63500"/>
              <a:gd name="connsiteX1" fmla="*/ 0 w 609600"/>
              <a:gd name="connsiteY1" fmla="*/ 63500 h 63500"/>
              <a:gd name="connsiteX0" fmla="*/ 1263650 w 1263650"/>
              <a:gd name="connsiteY0" fmla="*/ 0 h 298450"/>
              <a:gd name="connsiteX1" fmla="*/ 0 w 1263650"/>
              <a:gd name="connsiteY1" fmla="*/ 298450 h 298450"/>
              <a:gd name="connsiteX0" fmla="*/ 1263650 w 1263650"/>
              <a:gd name="connsiteY0" fmla="*/ 0 h 342900"/>
              <a:gd name="connsiteX1" fmla="*/ 0 w 1263650"/>
              <a:gd name="connsiteY1" fmla="*/ 342900 h 342900"/>
              <a:gd name="connsiteX0" fmla="*/ 1263650 w 1263650"/>
              <a:gd name="connsiteY0" fmla="*/ 0 h 342900"/>
              <a:gd name="connsiteX1" fmla="*/ 0 w 1263650"/>
              <a:gd name="connsiteY1" fmla="*/ 342900 h 342900"/>
              <a:gd name="connsiteX0" fmla="*/ 1263650 w 1263650"/>
              <a:gd name="connsiteY0" fmla="*/ 0 h 342900"/>
              <a:gd name="connsiteX1" fmla="*/ 0 w 1263650"/>
              <a:gd name="connsiteY1" fmla="*/ 342900 h 342900"/>
              <a:gd name="connsiteX0" fmla="*/ 1365250 w 1365250"/>
              <a:gd name="connsiteY0" fmla="*/ 0 h 381000"/>
              <a:gd name="connsiteX1" fmla="*/ 0 w 1365250"/>
              <a:gd name="connsiteY1" fmla="*/ 381000 h 381000"/>
              <a:gd name="connsiteX0" fmla="*/ 1365250 w 1365250"/>
              <a:gd name="connsiteY0" fmla="*/ 0 h 381000"/>
              <a:gd name="connsiteX1" fmla="*/ 0 w 1365250"/>
              <a:gd name="connsiteY1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5250" h="381000">
                <a:moveTo>
                  <a:pt x="1365250" y="0"/>
                </a:moveTo>
                <a:cubicBezTo>
                  <a:pt x="944033" y="152400"/>
                  <a:pt x="459317" y="279400"/>
                  <a:pt x="0" y="381000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44" name="Straight Connector 43"/>
          <p:cNvCxnSpPr/>
          <p:nvPr/>
        </p:nvCxnSpPr>
        <p:spPr bwMode="auto">
          <a:xfrm>
            <a:off x="9763987" y="4589319"/>
            <a:ext cx="51583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/>
          <p:nvPr/>
        </p:nvCxnSpPr>
        <p:spPr bwMode="auto">
          <a:xfrm flipV="1">
            <a:off x="9379816" y="5096829"/>
            <a:ext cx="721837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>
            <a:off x="10305552" y="3881130"/>
            <a:ext cx="25791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Straight Connector 46"/>
          <p:cNvCxnSpPr/>
          <p:nvPr/>
        </p:nvCxnSpPr>
        <p:spPr bwMode="auto">
          <a:xfrm flipV="1">
            <a:off x="9380510" y="3878603"/>
            <a:ext cx="930098" cy="121317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 flipV="1">
            <a:off x="10095588" y="3883659"/>
            <a:ext cx="477875" cy="121317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Oval 49"/>
          <p:cNvSpPr/>
          <p:nvPr/>
        </p:nvSpPr>
        <p:spPr bwMode="auto">
          <a:xfrm>
            <a:off x="9892382" y="4571628"/>
            <a:ext cx="57315" cy="5731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51" name="Straight Connector 50"/>
          <p:cNvCxnSpPr/>
          <p:nvPr/>
        </p:nvCxnSpPr>
        <p:spPr bwMode="auto">
          <a:xfrm flipV="1">
            <a:off x="5150966" y="5563900"/>
            <a:ext cx="0" cy="38290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2" name="Group 51"/>
          <p:cNvGrpSpPr/>
          <p:nvPr/>
        </p:nvGrpSpPr>
        <p:grpSpPr>
          <a:xfrm>
            <a:off x="7484298" y="5185947"/>
            <a:ext cx="114630" cy="117526"/>
            <a:chOff x="4392613" y="4279438"/>
            <a:chExt cx="144000" cy="147637"/>
          </a:xfrm>
        </p:grpSpPr>
        <p:sp>
          <p:nvSpPr>
            <p:cNvPr id="53" name="Oval 52"/>
            <p:cNvSpPr/>
            <p:nvPr/>
          </p:nvSpPr>
          <p:spPr bwMode="auto">
            <a:xfrm>
              <a:off x="4392613" y="4283075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54" name="Oval 46"/>
            <p:cNvSpPr/>
            <p:nvPr/>
          </p:nvSpPr>
          <p:spPr bwMode="auto">
            <a:xfrm>
              <a:off x="4394732" y="4279438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55" name="Oval 46"/>
            <p:cNvSpPr/>
            <p:nvPr/>
          </p:nvSpPr>
          <p:spPr bwMode="auto">
            <a:xfrm rot="11007448">
              <a:off x="4461407" y="4348495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691548" y="5191002"/>
            <a:ext cx="114630" cy="117526"/>
            <a:chOff x="4392613" y="4279438"/>
            <a:chExt cx="144000" cy="147637"/>
          </a:xfrm>
        </p:grpSpPr>
        <p:sp>
          <p:nvSpPr>
            <p:cNvPr id="57" name="Oval 56"/>
            <p:cNvSpPr/>
            <p:nvPr/>
          </p:nvSpPr>
          <p:spPr bwMode="auto">
            <a:xfrm>
              <a:off x="4392613" y="4283075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58" name="Oval 46"/>
            <p:cNvSpPr/>
            <p:nvPr/>
          </p:nvSpPr>
          <p:spPr bwMode="auto">
            <a:xfrm>
              <a:off x="4394732" y="4279438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59" name="Oval 46"/>
            <p:cNvSpPr/>
            <p:nvPr/>
          </p:nvSpPr>
          <p:spPr bwMode="auto">
            <a:xfrm rot="11007448">
              <a:off x="4461407" y="4348495"/>
              <a:ext cx="72262" cy="78135"/>
            </a:xfrm>
            <a:custGeom>
              <a:avLst/>
              <a:gdLst>
                <a:gd name="connsiteX0" fmla="*/ 0 w 144000"/>
                <a:gd name="connsiteY0" fmla="*/ 72000 h 144000"/>
                <a:gd name="connsiteX1" fmla="*/ 72000 w 144000"/>
                <a:gd name="connsiteY1" fmla="*/ 0 h 144000"/>
                <a:gd name="connsiteX2" fmla="*/ 144000 w 144000"/>
                <a:gd name="connsiteY2" fmla="*/ 72000 h 144000"/>
                <a:gd name="connsiteX3" fmla="*/ 72000 w 144000"/>
                <a:gd name="connsiteY3" fmla="*/ 144000 h 144000"/>
                <a:gd name="connsiteX4" fmla="*/ 0 w 144000"/>
                <a:gd name="connsiteY4" fmla="*/ 72000 h 144000"/>
                <a:gd name="connsiteX0" fmla="*/ 72000 w 235440"/>
                <a:gd name="connsiteY0" fmla="*/ 144000 h 163440"/>
                <a:gd name="connsiteX1" fmla="*/ 0 w 235440"/>
                <a:gd name="connsiteY1" fmla="*/ 72000 h 163440"/>
                <a:gd name="connsiteX2" fmla="*/ 72000 w 235440"/>
                <a:gd name="connsiteY2" fmla="*/ 0 h 163440"/>
                <a:gd name="connsiteX3" fmla="*/ 235440 w 235440"/>
                <a:gd name="connsiteY3" fmla="*/ 163440 h 16344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72000 w 72000"/>
                <a:gd name="connsiteY0" fmla="*/ 144000 h 144000"/>
                <a:gd name="connsiteX1" fmla="*/ 0 w 72000"/>
                <a:gd name="connsiteY1" fmla="*/ 72000 h 144000"/>
                <a:gd name="connsiteX2" fmla="*/ 72000 w 72000"/>
                <a:gd name="connsiteY2" fmla="*/ 0 h 144000"/>
                <a:gd name="connsiteX0" fmla="*/ 67238 w 72000"/>
                <a:gd name="connsiteY0" fmla="*/ 0 h 82788"/>
                <a:gd name="connsiteX1" fmla="*/ 0 w 72000"/>
                <a:gd name="connsiteY1" fmla="*/ 75638 h 82788"/>
                <a:gd name="connsiteX2" fmla="*/ 72000 w 72000"/>
                <a:gd name="connsiteY2" fmla="*/ 3638 h 82788"/>
                <a:gd name="connsiteX0" fmla="*/ 67238 w 72000"/>
                <a:gd name="connsiteY0" fmla="*/ 0 h 75704"/>
                <a:gd name="connsiteX1" fmla="*/ 0 w 72000"/>
                <a:gd name="connsiteY1" fmla="*/ 75638 h 75704"/>
                <a:gd name="connsiteX2" fmla="*/ 72000 w 72000"/>
                <a:gd name="connsiteY2" fmla="*/ 3638 h 75704"/>
                <a:gd name="connsiteX0" fmla="*/ 67501 w 72263"/>
                <a:gd name="connsiteY0" fmla="*/ 0 h 77029"/>
                <a:gd name="connsiteX1" fmla="*/ 48681 w 72263"/>
                <a:gd name="connsiteY1" fmla="*/ 47294 h 77029"/>
                <a:gd name="connsiteX2" fmla="*/ 263 w 72263"/>
                <a:gd name="connsiteY2" fmla="*/ 75638 h 77029"/>
                <a:gd name="connsiteX3" fmla="*/ 72263 w 72263"/>
                <a:gd name="connsiteY3" fmla="*/ 3638 h 77029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3906"/>
                <a:gd name="connsiteY0" fmla="*/ 0 h 79263"/>
                <a:gd name="connsiteX1" fmla="*/ 70027 w 73906"/>
                <a:gd name="connsiteY1" fmla="*/ 66344 h 79263"/>
                <a:gd name="connsiteX2" fmla="*/ 178 w 73906"/>
                <a:gd name="connsiteY2" fmla="*/ 75638 h 79263"/>
                <a:gd name="connsiteX3" fmla="*/ 72178 w 73906"/>
                <a:gd name="connsiteY3" fmla="*/ 3638 h 79263"/>
                <a:gd name="connsiteX0" fmla="*/ 67416 w 72906"/>
                <a:gd name="connsiteY0" fmla="*/ 19846 h 99109"/>
                <a:gd name="connsiteX1" fmla="*/ 70027 w 72906"/>
                <a:gd name="connsiteY1" fmla="*/ 86190 h 99109"/>
                <a:gd name="connsiteX2" fmla="*/ 178 w 72906"/>
                <a:gd name="connsiteY2" fmla="*/ 95484 h 99109"/>
                <a:gd name="connsiteX3" fmla="*/ 72178 w 72906"/>
                <a:gd name="connsiteY3" fmla="*/ 23484 h 99109"/>
                <a:gd name="connsiteX0" fmla="*/ 74332 w 79822"/>
                <a:gd name="connsiteY0" fmla="*/ 19846 h 99109"/>
                <a:gd name="connsiteX1" fmla="*/ 76943 w 79822"/>
                <a:gd name="connsiteY1" fmla="*/ 86190 h 99109"/>
                <a:gd name="connsiteX2" fmla="*/ 7094 w 79822"/>
                <a:gd name="connsiteY2" fmla="*/ 95484 h 99109"/>
                <a:gd name="connsiteX3" fmla="*/ 79094 w 79822"/>
                <a:gd name="connsiteY3" fmla="*/ 23484 h 99109"/>
                <a:gd name="connsiteX0" fmla="*/ 74332 w 79822"/>
                <a:gd name="connsiteY0" fmla="*/ 15983 h 98006"/>
                <a:gd name="connsiteX1" fmla="*/ 76943 w 79822"/>
                <a:gd name="connsiteY1" fmla="*/ 89471 h 98006"/>
                <a:gd name="connsiteX2" fmla="*/ 7094 w 79822"/>
                <a:gd name="connsiteY2" fmla="*/ 91621 h 98006"/>
                <a:gd name="connsiteX3" fmla="*/ 79094 w 79822"/>
                <a:gd name="connsiteY3" fmla="*/ 19621 h 98006"/>
                <a:gd name="connsiteX0" fmla="*/ 74332 w 79822"/>
                <a:gd name="connsiteY0" fmla="*/ 15983 h 94982"/>
                <a:gd name="connsiteX1" fmla="*/ 76943 w 79822"/>
                <a:gd name="connsiteY1" fmla="*/ 89471 h 94982"/>
                <a:gd name="connsiteX2" fmla="*/ 7094 w 79822"/>
                <a:gd name="connsiteY2" fmla="*/ 91621 h 94982"/>
                <a:gd name="connsiteX3" fmla="*/ 79094 w 79822"/>
                <a:gd name="connsiteY3" fmla="*/ 19621 h 94982"/>
                <a:gd name="connsiteX0" fmla="*/ 74332 w 79094"/>
                <a:gd name="connsiteY0" fmla="*/ 0 h 78999"/>
                <a:gd name="connsiteX1" fmla="*/ 76943 w 79094"/>
                <a:gd name="connsiteY1" fmla="*/ 73488 h 78999"/>
                <a:gd name="connsiteX2" fmla="*/ 7094 w 79094"/>
                <a:gd name="connsiteY2" fmla="*/ 75638 h 78999"/>
                <a:gd name="connsiteX3" fmla="*/ 79094 w 79094"/>
                <a:gd name="connsiteY3" fmla="*/ 3638 h 78999"/>
                <a:gd name="connsiteX0" fmla="*/ 67618 w 72380"/>
                <a:gd name="connsiteY0" fmla="*/ 0 h 78999"/>
                <a:gd name="connsiteX1" fmla="*/ 70229 w 72380"/>
                <a:gd name="connsiteY1" fmla="*/ 73488 h 78999"/>
                <a:gd name="connsiteX2" fmla="*/ 380 w 72380"/>
                <a:gd name="connsiteY2" fmla="*/ 75638 h 78999"/>
                <a:gd name="connsiteX3" fmla="*/ 72380 w 72380"/>
                <a:gd name="connsiteY3" fmla="*/ 3638 h 78999"/>
                <a:gd name="connsiteX0" fmla="*/ 67500 w 72262"/>
                <a:gd name="connsiteY0" fmla="*/ 0 h 78135"/>
                <a:gd name="connsiteX1" fmla="*/ 70111 w 72262"/>
                <a:gd name="connsiteY1" fmla="*/ 73488 h 78135"/>
                <a:gd name="connsiteX2" fmla="*/ 262 w 72262"/>
                <a:gd name="connsiteY2" fmla="*/ 75638 h 78135"/>
                <a:gd name="connsiteX3" fmla="*/ 72262 w 72262"/>
                <a:gd name="connsiteY3" fmla="*/ 3638 h 78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2" h="78135">
                  <a:moveTo>
                    <a:pt x="67500" y="0"/>
                  </a:moveTo>
                  <a:cubicBezTo>
                    <a:pt x="64363" y="7882"/>
                    <a:pt x="71792" y="27545"/>
                    <a:pt x="70111" y="73488"/>
                  </a:cubicBezTo>
                  <a:cubicBezTo>
                    <a:pt x="37473" y="71806"/>
                    <a:pt x="-3668" y="82914"/>
                    <a:pt x="262" y="75638"/>
                  </a:cubicBezTo>
                  <a:cubicBezTo>
                    <a:pt x="262" y="35873"/>
                    <a:pt x="32497" y="3638"/>
                    <a:pt x="72262" y="3638"/>
                  </a:cubicBezTo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sp>
        <p:nvSpPr>
          <p:cNvPr id="118" name="Oval 6"/>
          <p:cNvSpPr/>
          <p:nvPr/>
        </p:nvSpPr>
        <p:spPr bwMode="auto">
          <a:xfrm rot="201908">
            <a:off x="8541249" y="5536613"/>
            <a:ext cx="394135" cy="66598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7169" h="214635">
                <a:moveTo>
                  <a:pt x="51369" y="113035"/>
                </a:moveTo>
                <a:cubicBezTo>
                  <a:pt x="415436" y="-115565"/>
                  <a:pt x="1844186" y="65410"/>
                  <a:pt x="2007169" y="113035"/>
                </a:cubicBezTo>
                <a:cubicBezTo>
                  <a:pt x="1355236" y="113035"/>
                  <a:pt x="-312698" y="341635"/>
                  <a:pt x="51369" y="113035"/>
                </a:cubicBezTo>
                <a:close/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129" name="Oval 6"/>
          <p:cNvSpPr/>
          <p:nvPr/>
        </p:nvSpPr>
        <p:spPr bwMode="auto">
          <a:xfrm rot="201908">
            <a:off x="7104615" y="5491224"/>
            <a:ext cx="1194851" cy="157497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7169" h="214635">
                <a:moveTo>
                  <a:pt x="51369" y="113035"/>
                </a:moveTo>
                <a:cubicBezTo>
                  <a:pt x="415436" y="-115565"/>
                  <a:pt x="1844186" y="65410"/>
                  <a:pt x="2007169" y="113035"/>
                </a:cubicBezTo>
                <a:cubicBezTo>
                  <a:pt x="1355236" y="113035"/>
                  <a:pt x="-312698" y="341635"/>
                  <a:pt x="51369" y="113035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120" name="Straight Connector 119"/>
          <p:cNvCxnSpPr/>
          <p:nvPr/>
        </p:nvCxnSpPr>
        <p:spPr bwMode="auto">
          <a:xfrm flipH="1" flipV="1">
            <a:off x="7101023" y="5473351"/>
            <a:ext cx="1580671" cy="517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3" name="Straight Connector 122"/>
          <p:cNvCxnSpPr/>
          <p:nvPr/>
        </p:nvCxnSpPr>
        <p:spPr bwMode="auto">
          <a:xfrm flipH="1">
            <a:off x="7101023" y="5594106"/>
            <a:ext cx="1458268" cy="488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5" name="Oval 6"/>
          <p:cNvSpPr/>
          <p:nvPr/>
        </p:nvSpPr>
        <p:spPr bwMode="auto">
          <a:xfrm rot="21415488" flipV="1">
            <a:off x="9353126" y="4989424"/>
            <a:ext cx="584808" cy="67651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7169" h="214635">
                <a:moveTo>
                  <a:pt x="51369" y="113035"/>
                </a:moveTo>
                <a:cubicBezTo>
                  <a:pt x="415436" y="-115565"/>
                  <a:pt x="1844186" y="65410"/>
                  <a:pt x="2007169" y="113035"/>
                </a:cubicBezTo>
                <a:cubicBezTo>
                  <a:pt x="1355236" y="113035"/>
                  <a:pt x="-312698" y="341635"/>
                  <a:pt x="51369" y="113035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165" name="Oval 6"/>
          <p:cNvSpPr/>
          <p:nvPr/>
        </p:nvSpPr>
        <p:spPr bwMode="auto">
          <a:xfrm rot="21415488" flipV="1">
            <a:off x="9391106" y="4977066"/>
            <a:ext cx="595344" cy="66479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7169" h="214635">
                <a:moveTo>
                  <a:pt x="51369" y="113035"/>
                </a:moveTo>
                <a:cubicBezTo>
                  <a:pt x="415436" y="-115565"/>
                  <a:pt x="1844186" y="65410"/>
                  <a:pt x="2007169" y="113035"/>
                </a:cubicBezTo>
                <a:cubicBezTo>
                  <a:pt x="1355236" y="113035"/>
                  <a:pt x="-312698" y="341635"/>
                  <a:pt x="51369" y="113035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171" name="Rectangle 170"/>
          <p:cNvSpPr/>
          <p:nvPr/>
        </p:nvSpPr>
        <p:spPr bwMode="auto">
          <a:xfrm>
            <a:off x="9385064" y="4890586"/>
            <a:ext cx="812272" cy="122402"/>
          </a:xfrm>
          <a:custGeom>
            <a:avLst/>
            <a:gdLst>
              <a:gd name="connsiteX0" fmla="*/ 0 w 595312"/>
              <a:gd name="connsiteY0" fmla="*/ 0 h 73818"/>
              <a:gd name="connsiteX1" fmla="*/ 595312 w 595312"/>
              <a:gd name="connsiteY1" fmla="*/ 0 h 73818"/>
              <a:gd name="connsiteX2" fmla="*/ 595312 w 595312"/>
              <a:gd name="connsiteY2" fmla="*/ 73818 h 73818"/>
              <a:gd name="connsiteX3" fmla="*/ 0 w 595312"/>
              <a:gd name="connsiteY3" fmla="*/ 73818 h 73818"/>
              <a:gd name="connsiteX4" fmla="*/ 0 w 595312"/>
              <a:gd name="connsiteY4" fmla="*/ 0 h 73818"/>
              <a:gd name="connsiteX0" fmla="*/ 0 w 869156"/>
              <a:gd name="connsiteY0" fmla="*/ 54769 h 128587"/>
              <a:gd name="connsiteX1" fmla="*/ 869156 w 869156"/>
              <a:gd name="connsiteY1" fmla="*/ 0 h 128587"/>
              <a:gd name="connsiteX2" fmla="*/ 595312 w 869156"/>
              <a:gd name="connsiteY2" fmla="*/ 128587 h 128587"/>
              <a:gd name="connsiteX3" fmla="*/ 0 w 869156"/>
              <a:gd name="connsiteY3" fmla="*/ 128587 h 128587"/>
              <a:gd name="connsiteX4" fmla="*/ 0 w 869156"/>
              <a:gd name="connsiteY4" fmla="*/ 54769 h 128587"/>
              <a:gd name="connsiteX0" fmla="*/ 592931 w 869156"/>
              <a:gd name="connsiteY0" fmla="*/ 0 h 133349"/>
              <a:gd name="connsiteX1" fmla="*/ 869156 w 869156"/>
              <a:gd name="connsiteY1" fmla="*/ 4762 h 133349"/>
              <a:gd name="connsiteX2" fmla="*/ 595312 w 869156"/>
              <a:gd name="connsiteY2" fmla="*/ 133349 h 133349"/>
              <a:gd name="connsiteX3" fmla="*/ 0 w 869156"/>
              <a:gd name="connsiteY3" fmla="*/ 133349 h 133349"/>
              <a:gd name="connsiteX4" fmla="*/ 592931 w 869156"/>
              <a:gd name="connsiteY4" fmla="*/ 0 h 133349"/>
              <a:gd name="connsiteX0" fmla="*/ 0 w 869156"/>
              <a:gd name="connsiteY0" fmla="*/ 133349 h 224789"/>
              <a:gd name="connsiteX1" fmla="*/ 592931 w 869156"/>
              <a:gd name="connsiteY1" fmla="*/ 0 h 224789"/>
              <a:gd name="connsiteX2" fmla="*/ 869156 w 869156"/>
              <a:gd name="connsiteY2" fmla="*/ 4762 h 224789"/>
              <a:gd name="connsiteX3" fmla="*/ 686752 w 869156"/>
              <a:gd name="connsiteY3" fmla="*/ 224789 h 224789"/>
              <a:gd name="connsiteX0" fmla="*/ 0 w 869156"/>
              <a:gd name="connsiteY0" fmla="*/ 133349 h 148589"/>
              <a:gd name="connsiteX1" fmla="*/ 592931 w 869156"/>
              <a:gd name="connsiteY1" fmla="*/ 0 h 148589"/>
              <a:gd name="connsiteX2" fmla="*/ 869156 w 869156"/>
              <a:gd name="connsiteY2" fmla="*/ 4762 h 148589"/>
              <a:gd name="connsiteX3" fmla="*/ 639127 w 869156"/>
              <a:gd name="connsiteY3" fmla="*/ 148589 h 148589"/>
              <a:gd name="connsiteX0" fmla="*/ 0 w 869156"/>
              <a:gd name="connsiteY0" fmla="*/ 133349 h 133349"/>
              <a:gd name="connsiteX1" fmla="*/ 592931 w 869156"/>
              <a:gd name="connsiteY1" fmla="*/ 0 h 133349"/>
              <a:gd name="connsiteX2" fmla="*/ 869156 w 869156"/>
              <a:gd name="connsiteY2" fmla="*/ 4762 h 133349"/>
              <a:gd name="connsiteX3" fmla="*/ 636746 w 869156"/>
              <a:gd name="connsiteY3" fmla="*/ 110489 h 133349"/>
              <a:gd name="connsiteX0" fmla="*/ 0 w 869156"/>
              <a:gd name="connsiteY0" fmla="*/ 133349 h 133349"/>
              <a:gd name="connsiteX1" fmla="*/ 592931 w 869156"/>
              <a:gd name="connsiteY1" fmla="*/ 0 h 133349"/>
              <a:gd name="connsiteX2" fmla="*/ 869156 w 869156"/>
              <a:gd name="connsiteY2" fmla="*/ 4762 h 133349"/>
              <a:gd name="connsiteX3" fmla="*/ 620077 w 869156"/>
              <a:gd name="connsiteY3" fmla="*/ 93820 h 133349"/>
              <a:gd name="connsiteX0" fmla="*/ 0 w 869156"/>
              <a:gd name="connsiteY0" fmla="*/ 133349 h 133349"/>
              <a:gd name="connsiteX1" fmla="*/ 592931 w 869156"/>
              <a:gd name="connsiteY1" fmla="*/ 0 h 133349"/>
              <a:gd name="connsiteX2" fmla="*/ 869156 w 869156"/>
              <a:gd name="connsiteY2" fmla="*/ 4762 h 133349"/>
              <a:gd name="connsiteX3" fmla="*/ 591502 w 869156"/>
              <a:gd name="connsiteY3" fmla="*/ 122395 h 133349"/>
              <a:gd name="connsiteX0" fmla="*/ 0 w 869156"/>
              <a:gd name="connsiteY0" fmla="*/ 133349 h 133349"/>
              <a:gd name="connsiteX1" fmla="*/ 592931 w 869156"/>
              <a:gd name="connsiteY1" fmla="*/ 0 h 133349"/>
              <a:gd name="connsiteX2" fmla="*/ 869156 w 869156"/>
              <a:gd name="connsiteY2" fmla="*/ 4762 h 133349"/>
              <a:gd name="connsiteX3" fmla="*/ 596265 w 869156"/>
              <a:gd name="connsiteY3" fmla="*/ 129539 h 133349"/>
              <a:gd name="connsiteX0" fmla="*/ 0 w 854868"/>
              <a:gd name="connsiteY0" fmla="*/ 126205 h 129539"/>
              <a:gd name="connsiteX1" fmla="*/ 578643 w 854868"/>
              <a:gd name="connsiteY1" fmla="*/ 0 h 129539"/>
              <a:gd name="connsiteX2" fmla="*/ 854868 w 854868"/>
              <a:gd name="connsiteY2" fmla="*/ 4762 h 129539"/>
              <a:gd name="connsiteX3" fmla="*/ 581977 w 854868"/>
              <a:gd name="connsiteY3" fmla="*/ 129539 h 129539"/>
              <a:gd name="connsiteX0" fmla="*/ 0 w 840581"/>
              <a:gd name="connsiteY0" fmla="*/ 116680 h 129539"/>
              <a:gd name="connsiteX1" fmla="*/ 564356 w 840581"/>
              <a:gd name="connsiteY1" fmla="*/ 0 h 129539"/>
              <a:gd name="connsiteX2" fmla="*/ 840581 w 840581"/>
              <a:gd name="connsiteY2" fmla="*/ 4762 h 129539"/>
              <a:gd name="connsiteX3" fmla="*/ 567690 w 840581"/>
              <a:gd name="connsiteY3" fmla="*/ 129539 h 129539"/>
              <a:gd name="connsiteX0" fmla="*/ 0 w 859631"/>
              <a:gd name="connsiteY0" fmla="*/ 121443 h 129539"/>
              <a:gd name="connsiteX1" fmla="*/ 583406 w 859631"/>
              <a:gd name="connsiteY1" fmla="*/ 0 h 129539"/>
              <a:gd name="connsiteX2" fmla="*/ 859631 w 859631"/>
              <a:gd name="connsiteY2" fmla="*/ 4762 h 129539"/>
              <a:gd name="connsiteX3" fmla="*/ 586740 w 859631"/>
              <a:gd name="connsiteY3" fmla="*/ 129539 h 129539"/>
              <a:gd name="connsiteX0" fmla="*/ 0 w 859631"/>
              <a:gd name="connsiteY0" fmla="*/ 121443 h 129539"/>
              <a:gd name="connsiteX1" fmla="*/ 583406 w 859631"/>
              <a:gd name="connsiteY1" fmla="*/ 0 h 129539"/>
              <a:gd name="connsiteX2" fmla="*/ 859631 w 859631"/>
              <a:gd name="connsiteY2" fmla="*/ 4762 h 129539"/>
              <a:gd name="connsiteX3" fmla="*/ 555784 w 859631"/>
              <a:gd name="connsiteY3" fmla="*/ 129539 h 129539"/>
              <a:gd name="connsiteX0" fmla="*/ 0 w 859631"/>
              <a:gd name="connsiteY0" fmla="*/ 121443 h 129539"/>
              <a:gd name="connsiteX1" fmla="*/ 583406 w 859631"/>
              <a:gd name="connsiteY1" fmla="*/ 0 h 129539"/>
              <a:gd name="connsiteX2" fmla="*/ 859631 w 859631"/>
              <a:gd name="connsiteY2" fmla="*/ 4762 h 129539"/>
              <a:gd name="connsiteX3" fmla="*/ 565309 w 859631"/>
              <a:gd name="connsiteY3" fmla="*/ 129539 h 129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31" h="129539">
                <a:moveTo>
                  <a:pt x="0" y="121443"/>
                </a:moveTo>
                <a:lnTo>
                  <a:pt x="583406" y="0"/>
                </a:lnTo>
                <a:lnTo>
                  <a:pt x="859631" y="4762"/>
                </a:lnTo>
                <a:cubicBezTo>
                  <a:pt x="768350" y="47624"/>
                  <a:pt x="565309" y="129539"/>
                  <a:pt x="565309" y="129539"/>
                </a:cubicBezTo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164" name="Oval 6"/>
          <p:cNvSpPr/>
          <p:nvPr/>
        </p:nvSpPr>
        <p:spPr bwMode="auto">
          <a:xfrm rot="21415488" flipV="1">
            <a:off x="9930031" y="4878535"/>
            <a:ext cx="261105" cy="43200"/>
          </a:xfrm>
          <a:custGeom>
            <a:avLst/>
            <a:gdLst>
              <a:gd name="connsiteX0" fmla="*/ 0 w 1955800"/>
              <a:gd name="connsiteY0" fmla="*/ 285750 h 571500"/>
              <a:gd name="connsiteX1" fmla="*/ 977900 w 1955800"/>
              <a:gd name="connsiteY1" fmla="*/ 0 h 571500"/>
              <a:gd name="connsiteX2" fmla="*/ 1955800 w 1955800"/>
              <a:gd name="connsiteY2" fmla="*/ 285750 h 571500"/>
              <a:gd name="connsiteX3" fmla="*/ 977900 w 1955800"/>
              <a:gd name="connsiteY3" fmla="*/ 571500 h 571500"/>
              <a:gd name="connsiteX4" fmla="*/ 0 w 1955800"/>
              <a:gd name="connsiteY4" fmla="*/ 285750 h 571500"/>
              <a:gd name="connsiteX0" fmla="*/ 9867 w 1965667"/>
              <a:gd name="connsiteY0" fmla="*/ 323072 h 646144"/>
              <a:gd name="connsiteX1" fmla="*/ 987767 w 1965667"/>
              <a:gd name="connsiteY1" fmla="*/ 37322 h 646144"/>
              <a:gd name="connsiteX2" fmla="*/ 1965667 w 1965667"/>
              <a:gd name="connsiteY2" fmla="*/ 323072 h 646144"/>
              <a:gd name="connsiteX3" fmla="*/ 987767 w 1965667"/>
              <a:gd name="connsiteY3" fmla="*/ 608822 h 646144"/>
              <a:gd name="connsiteX4" fmla="*/ 9867 w 1965667"/>
              <a:gd name="connsiteY4" fmla="*/ 323072 h 646144"/>
              <a:gd name="connsiteX0" fmla="*/ 0 w 1982983"/>
              <a:gd name="connsiteY0" fmla="*/ 0 h 323072"/>
              <a:gd name="connsiteX1" fmla="*/ 1955800 w 1982983"/>
              <a:gd name="connsiteY1" fmla="*/ 0 h 323072"/>
              <a:gd name="connsiteX2" fmla="*/ 977900 w 1982983"/>
              <a:gd name="connsiteY2" fmla="*/ 285750 h 323072"/>
              <a:gd name="connsiteX3" fmla="*/ 0 w 1982983"/>
              <a:gd name="connsiteY3" fmla="*/ 0 h 323072"/>
              <a:gd name="connsiteX0" fmla="*/ 6220 w 1989203"/>
              <a:gd name="connsiteY0" fmla="*/ 190271 h 491943"/>
              <a:gd name="connsiteX1" fmla="*/ 1962020 w 1989203"/>
              <a:gd name="connsiteY1" fmla="*/ 190271 h 491943"/>
              <a:gd name="connsiteX2" fmla="*/ 984120 w 1989203"/>
              <a:gd name="connsiteY2" fmla="*/ 476021 h 491943"/>
              <a:gd name="connsiteX3" fmla="*/ 6220 w 1989203"/>
              <a:gd name="connsiteY3" fmla="*/ 190271 h 491943"/>
              <a:gd name="connsiteX0" fmla="*/ 6220 w 1962020"/>
              <a:gd name="connsiteY0" fmla="*/ 190271 h 190271"/>
              <a:gd name="connsiteX1" fmla="*/ 1962020 w 1962020"/>
              <a:gd name="connsiteY1" fmla="*/ 190271 h 190271"/>
              <a:gd name="connsiteX2" fmla="*/ 6220 w 1962020"/>
              <a:gd name="connsiteY2" fmla="*/ 190271 h 190271"/>
              <a:gd name="connsiteX0" fmla="*/ 86743 w 2042543"/>
              <a:gd name="connsiteY0" fmla="*/ 231103 h 451236"/>
              <a:gd name="connsiteX1" fmla="*/ 2042543 w 2042543"/>
              <a:gd name="connsiteY1" fmla="*/ 231103 h 451236"/>
              <a:gd name="connsiteX2" fmla="*/ 86743 w 2042543"/>
              <a:gd name="connsiteY2" fmla="*/ 231103 h 451236"/>
              <a:gd name="connsiteX0" fmla="*/ 51369 w 2007169"/>
              <a:gd name="connsiteY0" fmla="*/ 113035 h 214635"/>
              <a:gd name="connsiteX1" fmla="*/ 2007169 w 2007169"/>
              <a:gd name="connsiteY1" fmla="*/ 113035 h 214635"/>
              <a:gd name="connsiteX2" fmla="*/ 51369 w 2007169"/>
              <a:gd name="connsiteY2" fmla="*/ 113035 h 214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7169" h="214635">
                <a:moveTo>
                  <a:pt x="51369" y="113035"/>
                </a:moveTo>
                <a:cubicBezTo>
                  <a:pt x="415436" y="-115565"/>
                  <a:pt x="1844186" y="65410"/>
                  <a:pt x="2007169" y="113035"/>
                </a:cubicBezTo>
                <a:cubicBezTo>
                  <a:pt x="1355236" y="113035"/>
                  <a:pt x="-312698" y="341635"/>
                  <a:pt x="51369" y="113035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cxnSp>
        <p:nvCxnSpPr>
          <p:cNvPr id="205" name="Straight Connector 204"/>
          <p:cNvCxnSpPr/>
          <p:nvPr/>
        </p:nvCxnSpPr>
        <p:spPr bwMode="auto">
          <a:xfrm>
            <a:off x="4685586" y="6016966"/>
            <a:ext cx="362765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0" name="Straight Connector 229"/>
          <p:cNvCxnSpPr/>
          <p:nvPr/>
        </p:nvCxnSpPr>
        <p:spPr bwMode="auto">
          <a:xfrm rot="5400000" flipV="1">
            <a:off x="5345972" y="5377896"/>
            <a:ext cx="0" cy="382908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7" name="Straight Connector 186"/>
          <p:cNvCxnSpPr/>
          <p:nvPr/>
        </p:nvCxnSpPr>
        <p:spPr bwMode="auto">
          <a:xfrm flipH="1">
            <a:off x="8323903" y="5253751"/>
            <a:ext cx="1083968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04" name="Straight Connector 203"/>
          <p:cNvCxnSpPr/>
          <p:nvPr/>
        </p:nvCxnSpPr>
        <p:spPr bwMode="auto">
          <a:xfrm flipH="1">
            <a:off x="8287580" y="2423072"/>
            <a:ext cx="1083968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6788361" y="2986519"/>
            <a:ext cx="883575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23" dirty="0"/>
              <a:t>Fuel tank</a:t>
            </a:r>
            <a:endParaRPr lang="nl-NL" sz="1323" dirty="0"/>
          </a:p>
        </p:txBody>
      </p:sp>
      <p:cxnSp>
        <p:nvCxnSpPr>
          <p:cNvPr id="6" name="Straight Connector 5"/>
          <p:cNvCxnSpPr>
            <a:stCxn id="4" idx="3"/>
          </p:cNvCxnSpPr>
          <p:nvPr/>
        </p:nvCxnSpPr>
        <p:spPr bwMode="auto">
          <a:xfrm flipV="1">
            <a:off x="7650522" y="2938518"/>
            <a:ext cx="417665" cy="1934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6" name="Group 165"/>
          <p:cNvGrpSpPr/>
          <p:nvPr/>
        </p:nvGrpSpPr>
        <p:grpSpPr>
          <a:xfrm>
            <a:off x="7821705" y="5619086"/>
            <a:ext cx="414580" cy="266375"/>
            <a:chOff x="6257925" y="12130527"/>
            <a:chExt cx="520800" cy="334623"/>
          </a:xfrm>
          <a:noFill/>
        </p:grpSpPr>
        <p:sp>
          <p:nvSpPr>
            <p:cNvPr id="167" name="Oval 166"/>
            <p:cNvSpPr/>
            <p:nvPr/>
          </p:nvSpPr>
          <p:spPr bwMode="auto">
            <a:xfrm>
              <a:off x="6257925" y="12249150"/>
              <a:ext cx="216000" cy="21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68" name="Oval 167"/>
            <p:cNvSpPr/>
            <p:nvPr/>
          </p:nvSpPr>
          <p:spPr bwMode="auto">
            <a:xfrm>
              <a:off x="6562725" y="12249150"/>
              <a:ext cx="216000" cy="21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cxnSp>
          <p:nvCxnSpPr>
            <p:cNvPr id="169" name="Straight Connector 168"/>
            <p:cNvCxnSpPr/>
            <p:nvPr/>
          </p:nvCxnSpPr>
          <p:spPr bwMode="auto">
            <a:xfrm>
              <a:off x="6358781" y="12357993"/>
              <a:ext cx="304800" cy="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Straight Connector 169"/>
            <p:cNvCxnSpPr/>
            <p:nvPr/>
          </p:nvCxnSpPr>
          <p:spPr bwMode="auto">
            <a:xfrm flipH="1" flipV="1">
              <a:off x="6511970" y="12130527"/>
              <a:ext cx="0" cy="228163"/>
            </a:xfrm>
            <a:prstGeom prst="line">
              <a:avLst/>
            </a:prstGeom>
            <a:grpFill/>
            <a:ln w="285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2" name="Oval 171"/>
            <p:cNvSpPr/>
            <p:nvPr/>
          </p:nvSpPr>
          <p:spPr bwMode="auto">
            <a:xfrm>
              <a:off x="6500812" y="12339636"/>
              <a:ext cx="36000" cy="3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 bwMode="auto">
          <a:xfrm flipH="1">
            <a:off x="7986470" y="5218579"/>
            <a:ext cx="2232175" cy="6851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744927" y="5888198"/>
            <a:ext cx="1148882" cy="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Arc 14"/>
          <p:cNvSpPr/>
          <p:nvPr/>
        </p:nvSpPr>
        <p:spPr bwMode="auto">
          <a:xfrm>
            <a:off x="8094587" y="5528187"/>
            <a:ext cx="712819" cy="720019"/>
          </a:xfrm>
          <a:prstGeom prst="arc">
            <a:avLst>
              <a:gd name="adj1" fmla="val 19537179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33349" y="5614590"/>
            <a:ext cx="1638590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23" dirty="0" err="1"/>
              <a:t>tipback</a:t>
            </a:r>
            <a:r>
              <a:rPr lang="en-GB" sz="1323" dirty="0"/>
              <a:t> angle: 16°</a:t>
            </a:r>
            <a:endParaRPr lang="nl-NL" sz="1323" dirty="0"/>
          </a:p>
        </p:txBody>
      </p:sp>
      <p:sp>
        <p:nvSpPr>
          <p:cNvPr id="180" name="TextBox 179"/>
          <p:cNvSpPr txBox="1"/>
          <p:nvPr/>
        </p:nvSpPr>
        <p:spPr>
          <a:xfrm>
            <a:off x="8943257" y="3061520"/>
            <a:ext cx="1440992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23" dirty="0"/>
              <a:t>Aerodynamic </a:t>
            </a:r>
            <a:r>
              <a:rPr lang="en-GB" sz="1323" dirty="0" err="1"/>
              <a:t>centers</a:t>
            </a:r>
            <a:endParaRPr lang="nl-NL" sz="1323" dirty="0"/>
          </a:p>
        </p:txBody>
      </p:sp>
      <p:cxnSp>
        <p:nvCxnSpPr>
          <p:cNvPr id="228" name="Straight Connector 227"/>
          <p:cNvCxnSpPr>
            <a:stCxn id="180" idx="0"/>
            <a:endCxn id="158" idx="7"/>
          </p:cNvCxnSpPr>
          <p:nvPr/>
        </p:nvCxnSpPr>
        <p:spPr bwMode="auto">
          <a:xfrm flipV="1">
            <a:off x="9663753" y="2225149"/>
            <a:ext cx="38150" cy="8363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Straight Connector 182"/>
          <p:cNvCxnSpPr>
            <a:endCxn id="180" idx="2"/>
          </p:cNvCxnSpPr>
          <p:nvPr/>
        </p:nvCxnSpPr>
        <p:spPr bwMode="auto">
          <a:xfrm flipH="1" flipV="1">
            <a:off x="9663754" y="3555915"/>
            <a:ext cx="240006" cy="10536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8" name="Group 187"/>
          <p:cNvGrpSpPr/>
          <p:nvPr/>
        </p:nvGrpSpPr>
        <p:grpSpPr>
          <a:xfrm>
            <a:off x="7819455" y="5617355"/>
            <a:ext cx="414580" cy="392601"/>
            <a:chOff x="6257925" y="11971961"/>
            <a:chExt cx="520800" cy="493189"/>
          </a:xfrm>
          <a:noFill/>
        </p:grpSpPr>
        <p:sp>
          <p:nvSpPr>
            <p:cNvPr id="189" name="Oval 188"/>
            <p:cNvSpPr/>
            <p:nvPr/>
          </p:nvSpPr>
          <p:spPr bwMode="auto">
            <a:xfrm>
              <a:off x="6257925" y="12249150"/>
              <a:ext cx="216000" cy="21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190" name="Oval 189"/>
            <p:cNvSpPr/>
            <p:nvPr/>
          </p:nvSpPr>
          <p:spPr bwMode="auto">
            <a:xfrm>
              <a:off x="6562725" y="12249150"/>
              <a:ext cx="216000" cy="21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 bwMode="auto">
            <a:xfrm>
              <a:off x="6358781" y="12357993"/>
              <a:ext cx="304800" cy="0"/>
            </a:xfrm>
            <a:prstGeom prst="lin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2" name="Straight Connector 191"/>
            <p:cNvCxnSpPr/>
            <p:nvPr/>
          </p:nvCxnSpPr>
          <p:spPr bwMode="auto">
            <a:xfrm flipH="1" flipV="1">
              <a:off x="6514597" y="11971961"/>
              <a:ext cx="2886" cy="386728"/>
            </a:xfrm>
            <a:prstGeom prst="lin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3" name="Oval 192"/>
            <p:cNvSpPr/>
            <p:nvPr/>
          </p:nvSpPr>
          <p:spPr bwMode="auto">
            <a:xfrm>
              <a:off x="6500812" y="12339636"/>
              <a:ext cx="36000" cy="36000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grpSp>
        <p:nvGrpSpPr>
          <p:cNvPr id="206" name="Group 205"/>
          <p:cNvGrpSpPr/>
          <p:nvPr/>
        </p:nvGrpSpPr>
        <p:grpSpPr>
          <a:xfrm flipV="1">
            <a:off x="6683350" y="2369871"/>
            <a:ext cx="1600804" cy="43200"/>
            <a:chOff x="1110303" y="4755339"/>
            <a:chExt cx="6507480" cy="169860"/>
          </a:xfrm>
        </p:grpSpPr>
        <p:cxnSp>
          <p:nvCxnSpPr>
            <p:cNvPr id="207" name="Straight Connector 206"/>
            <p:cNvCxnSpPr/>
            <p:nvPr/>
          </p:nvCxnSpPr>
          <p:spPr bwMode="auto">
            <a:xfrm>
              <a:off x="1110303" y="4755339"/>
              <a:ext cx="65074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8" name="Straight Connector 207"/>
            <p:cNvCxnSpPr/>
            <p:nvPr/>
          </p:nvCxnSpPr>
          <p:spPr bwMode="auto">
            <a:xfrm>
              <a:off x="12239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0" name="Straight Connector 209"/>
            <p:cNvCxnSpPr/>
            <p:nvPr/>
          </p:nvCxnSpPr>
          <p:spPr bwMode="auto">
            <a:xfrm>
              <a:off x="13763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1" name="Straight Connector 210"/>
            <p:cNvCxnSpPr/>
            <p:nvPr/>
          </p:nvCxnSpPr>
          <p:spPr bwMode="auto">
            <a:xfrm>
              <a:off x="15478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Straight Connector 213"/>
            <p:cNvCxnSpPr/>
            <p:nvPr/>
          </p:nvCxnSpPr>
          <p:spPr bwMode="auto">
            <a:xfrm>
              <a:off x="17002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Straight Connector 221"/>
            <p:cNvCxnSpPr/>
            <p:nvPr/>
          </p:nvCxnSpPr>
          <p:spPr bwMode="auto">
            <a:xfrm>
              <a:off x="1852613" y="477520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5" name="Straight Connector 234"/>
            <p:cNvCxnSpPr/>
            <p:nvPr/>
          </p:nvCxnSpPr>
          <p:spPr bwMode="auto">
            <a:xfrm>
              <a:off x="2005013" y="477520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6" name="Straight Connector 235"/>
            <p:cNvCxnSpPr/>
            <p:nvPr/>
          </p:nvCxnSpPr>
          <p:spPr bwMode="auto">
            <a:xfrm>
              <a:off x="2176463" y="478790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7" name="Straight Connector 236"/>
            <p:cNvCxnSpPr/>
            <p:nvPr/>
          </p:nvCxnSpPr>
          <p:spPr bwMode="auto">
            <a:xfrm>
              <a:off x="2328863" y="478790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9" name="Straight Connector 238"/>
            <p:cNvCxnSpPr/>
            <p:nvPr/>
          </p:nvCxnSpPr>
          <p:spPr bwMode="auto">
            <a:xfrm>
              <a:off x="24685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0" name="Straight Connector 239"/>
            <p:cNvCxnSpPr/>
            <p:nvPr/>
          </p:nvCxnSpPr>
          <p:spPr bwMode="auto">
            <a:xfrm>
              <a:off x="26209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1" name="Straight Connector 240"/>
            <p:cNvCxnSpPr/>
            <p:nvPr/>
          </p:nvCxnSpPr>
          <p:spPr bwMode="auto">
            <a:xfrm>
              <a:off x="27924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3" name="Straight Connector 242"/>
            <p:cNvCxnSpPr/>
            <p:nvPr/>
          </p:nvCxnSpPr>
          <p:spPr bwMode="auto">
            <a:xfrm>
              <a:off x="29448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4" name="Straight Connector 243"/>
            <p:cNvCxnSpPr/>
            <p:nvPr/>
          </p:nvCxnSpPr>
          <p:spPr bwMode="auto">
            <a:xfrm>
              <a:off x="310991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6" name="Straight Connector 245"/>
            <p:cNvCxnSpPr/>
            <p:nvPr/>
          </p:nvCxnSpPr>
          <p:spPr bwMode="auto">
            <a:xfrm>
              <a:off x="326231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7" name="Straight Connector 246"/>
            <p:cNvCxnSpPr/>
            <p:nvPr/>
          </p:nvCxnSpPr>
          <p:spPr bwMode="auto">
            <a:xfrm>
              <a:off x="343376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8" name="Straight Connector 247"/>
            <p:cNvCxnSpPr/>
            <p:nvPr/>
          </p:nvCxnSpPr>
          <p:spPr bwMode="auto">
            <a:xfrm>
              <a:off x="358616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9" name="Straight Connector 248"/>
            <p:cNvCxnSpPr/>
            <p:nvPr/>
          </p:nvCxnSpPr>
          <p:spPr bwMode="auto">
            <a:xfrm>
              <a:off x="37512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0" name="Straight Connector 249"/>
            <p:cNvCxnSpPr/>
            <p:nvPr/>
          </p:nvCxnSpPr>
          <p:spPr bwMode="auto">
            <a:xfrm>
              <a:off x="39036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Straight Connector 251"/>
            <p:cNvCxnSpPr/>
            <p:nvPr/>
          </p:nvCxnSpPr>
          <p:spPr bwMode="auto">
            <a:xfrm>
              <a:off x="40751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Straight Connector 252"/>
            <p:cNvCxnSpPr/>
            <p:nvPr/>
          </p:nvCxnSpPr>
          <p:spPr bwMode="auto">
            <a:xfrm>
              <a:off x="42275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4" name="Straight Connector 253"/>
            <p:cNvCxnSpPr/>
            <p:nvPr/>
          </p:nvCxnSpPr>
          <p:spPr bwMode="auto">
            <a:xfrm>
              <a:off x="43862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6" name="Straight Connector 255"/>
            <p:cNvCxnSpPr/>
            <p:nvPr/>
          </p:nvCxnSpPr>
          <p:spPr bwMode="auto">
            <a:xfrm>
              <a:off x="45386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Straight Connector 256"/>
            <p:cNvCxnSpPr/>
            <p:nvPr/>
          </p:nvCxnSpPr>
          <p:spPr bwMode="auto">
            <a:xfrm>
              <a:off x="47101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Straight Connector 257"/>
            <p:cNvCxnSpPr/>
            <p:nvPr/>
          </p:nvCxnSpPr>
          <p:spPr bwMode="auto">
            <a:xfrm>
              <a:off x="48625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Straight Connector 260"/>
            <p:cNvCxnSpPr/>
            <p:nvPr/>
          </p:nvCxnSpPr>
          <p:spPr bwMode="auto">
            <a:xfrm>
              <a:off x="50212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5" name="Straight Connector 264"/>
            <p:cNvCxnSpPr/>
            <p:nvPr/>
          </p:nvCxnSpPr>
          <p:spPr bwMode="auto">
            <a:xfrm>
              <a:off x="51736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6" name="Straight Connector 265"/>
            <p:cNvCxnSpPr/>
            <p:nvPr/>
          </p:nvCxnSpPr>
          <p:spPr bwMode="auto">
            <a:xfrm>
              <a:off x="53451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7" name="Straight Connector 266"/>
            <p:cNvCxnSpPr/>
            <p:nvPr/>
          </p:nvCxnSpPr>
          <p:spPr bwMode="auto">
            <a:xfrm>
              <a:off x="54975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8" name="Straight Connector 267"/>
            <p:cNvCxnSpPr/>
            <p:nvPr/>
          </p:nvCxnSpPr>
          <p:spPr bwMode="auto">
            <a:xfrm>
              <a:off x="56435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9" name="Straight Connector 268"/>
            <p:cNvCxnSpPr/>
            <p:nvPr/>
          </p:nvCxnSpPr>
          <p:spPr bwMode="auto">
            <a:xfrm>
              <a:off x="57959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Straight Connector 269"/>
            <p:cNvCxnSpPr/>
            <p:nvPr/>
          </p:nvCxnSpPr>
          <p:spPr bwMode="auto">
            <a:xfrm>
              <a:off x="59674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Straight Connector 270"/>
            <p:cNvCxnSpPr/>
            <p:nvPr/>
          </p:nvCxnSpPr>
          <p:spPr bwMode="auto">
            <a:xfrm>
              <a:off x="61198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2" name="Straight Connector 271"/>
            <p:cNvCxnSpPr/>
            <p:nvPr/>
          </p:nvCxnSpPr>
          <p:spPr bwMode="auto">
            <a:xfrm>
              <a:off x="625951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3" name="Straight Connector 272"/>
            <p:cNvCxnSpPr/>
            <p:nvPr/>
          </p:nvCxnSpPr>
          <p:spPr bwMode="auto">
            <a:xfrm>
              <a:off x="641191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4" name="Straight Connector 273"/>
            <p:cNvCxnSpPr/>
            <p:nvPr/>
          </p:nvCxnSpPr>
          <p:spPr bwMode="auto">
            <a:xfrm>
              <a:off x="658336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5" name="Straight Connector 274"/>
            <p:cNvCxnSpPr/>
            <p:nvPr/>
          </p:nvCxnSpPr>
          <p:spPr bwMode="auto">
            <a:xfrm>
              <a:off x="673576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6" name="Straight Connector 275"/>
            <p:cNvCxnSpPr/>
            <p:nvPr/>
          </p:nvCxnSpPr>
          <p:spPr bwMode="auto">
            <a:xfrm>
              <a:off x="69135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Straight Connector 276"/>
            <p:cNvCxnSpPr/>
            <p:nvPr/>
          </p:nvCxnSpPr>
          <p:spPr bwMode="auto">
            <a:xfrm>
              <a:off x="7065963" y="47688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8" name="Straight Connector 277"/>
            <p:cNvCxnSpPr/>
            <p:nvPr/>
          </p:nvCxnSpPr>
          <p:spPr bwMode="auto">
            <a:xfrm>
              <a:off x="72374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Straight Connector 278"/>
            <p:cNvCxnSpPr/>
            <p:nvPr/>
          </p:nvCxnSpPr>
          <p:spPr bwMode="auto">
            <a:xfrm>
              <a:off x="7389813" y="4781550"/>
              <a:ext cx="103187" cy="1372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0" name="TextBox 279"/>
          <p:cNvSpPr txBox="1"/>
          <p:nvPr/>
        </p:nvSpPr>
        <p:spPr>
          <a:xfrm>
            <a:off x="4486405" y="2288100"/>
            <a:ext cx="2042547" cy="29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23" dirty="0"/>
              <a:t>Lateral </a:t>
            </a:r>
            <a:r>
              <a:rPr lang="en-GB" sz="1323" dirty="0" err="1"/>
              <a:t>tipover</a:t>
            </a:r>
            <a:r>
              <a:rPr lang="en-GB" sz="1323" dirty="0"/>
              <a:t> constraint</a:t>
            </a:r>
            <a:endParaRPr lang="nl-NL" sz="1323" dirty="0"/>
          </a:p>
        </p:txBody>
      </p:sp>
      <p:grpSp>
        <p:nvGrpSpPr>
          <p:cNvPr id="281" name="Group 280"/>
          <p:cNvGrpSpPr/>
          <p:nvPr/>
        </p:nvGrpSpPr>
        <p:grpSpPr>
          <a:xfrm flipV="1">
            <a:off x="2508286" y="2310450"/>
            <a:ext cx="351768" cy="228006"/>
            <a:chOff x="281781" y="4572000"/>
            <a:chExt cx="372278" cy="241300"/>
          </a:xfrm>
        </p:grpSpPr>
        <p:grpSp>
          <p:nvGrpSpPr>
            <p:cNvPr id="282" name="Group 281"/>
            <p:cNvGrpSpPr/>
            <p:nvPr/>
          </p:nvGrpSpPr>
          <p:grpSpPr>
            <a:xfrm rot="5400000">
              <a:off x="422135" y="4550513"/>
              <a:ext cx="180000" cy="283849"/>
              <a:chOff x="6411550" y="12021759"/>
              <a:chExt cx="213661" cy="336930"/>
            </a:xfrm>
            <a:noFill/>
          </p:grpSpPr>
          <p:cxnSp>
            <p:nvCxnSpPr>
              <p:cNvPr id="285" name="Straight Connector 284"/>
              <p:cNvCxnSpPr/>
              <p:nvPr/>
            </p:nvCxnSpPr>
            <p:spPr bwMode="auto">
              <a:xfrm>
                <a:off x="6411550" y="12357994"/>
                <a:ext cx="213661" cy="0"/>
              </a:xfrm>
              <a:prstGeom prst="line">
                <a:avLst/>
              </a:prstGeom>
              <a:grpFill/>
              <a:ln w="12700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8" name="Straight Connector 287"/>
              <p:cNvCxnSpPr/>
              <p:nvPr/>
            </p:nvCxnSpPr>
            <p:spPr bwMode="auto">
              <a:xfrm rot="16200000">
                <a:off x="6349874" y="12189366"/>
                <a:ext cx="336930" cy="1715"/>
              </a:xfrm>
              <a:prstGeom prst="lin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83" name="Rounded Rectangle 282"/>
            <p:cNvSpPr/>
            <p:nvPr/>
          </p:nvSpPr>
          <p:spPr bwMode="auto">
            <a:xfrm>
              <a:off x="281781" y="4730750"/>
              <a:ext cx="180000" cy="8255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  <p:sp>
          <p:nvSpPr>
            <p:cNvPr id="284" name="Rounded Rectangle 283"/>
            <p:cNvSpPr/>
            <p:nvPr/>
          </p:nvSpPr>
          <p:spPr bwMode="auto">
            <a:xfrm>
              <a:off x="281781" y="4572000"/>
              <a:ext cx="180000" cy="8255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6402" tIns="43201" rIns="86402" bIns="43201" numCol="1" rtlCol="0" anchor="t" anchorCtr="0" compatLnSpc="1">
              <a:prstTxWarp prst="textNoShape">
                <a:avLst/>
              </a:prstTxWarp>
            </a:bodyPr>
            <a:lstStyle/>
            <a:p>
              <a:pPr algn="r" defTabSz="864017"/>
              <a:endParaRPr lang="nl-NL" sz="2079">
                <a:latin typeface="Tahoma" pitchFamily="34" charset="0"/>
              </a:endParaRPr>
            </a:p>
          </p:txBody>
        </p:sp>
      </p:grpSp>
      <p:cxnSp>
        <p:nvCxnSpPr>
          <p:cNvPr id="289" name="Straight Connector 288"/>
          <p:cNvCxnSpPr/>
          <p:nvPr/>
        </p:nvCxnSpPr>
        <p:spPr bwMode="auto">
          <a:xfrm flipH="1" flipV="1">
            <a:off x="2506786" y="2424004"/>
            <a:ext cx="492764" cy="16290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90" name="Straight Connector 289"/>
          <p:cNvCxnSpPr/>
          <p:nvPr/>
        </p:nvCxnSpPr>
        <p:spPr bwMode="auto">
          <a:xfrm flipH="1" flipV="1">
            <a:off x="2503488" y="2408252"/>
            <a:ext cx="0" cy="6803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Arc 59"/>
          <p:cNvSpPr/>
          <p:nvPr/>
        </p:nvSpPr>
        <p:spPr bwMode="auto">
          <a:xfrm>
            <a:off x="2014023" y="2038493"/>
            <a:ext cx="1008027" cy="1020028"/>
          </a:xfrm>
          <a:prstGeom prst="arc">
            <a:avLst>
              <a:gd name="adj1" fmla="val 4243437"/>
              <a:gd name="adj2" fmla="val 546874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 rot="5400000">
            <a:off x="1784655" y="3638100"/>
            <a:ext cx="1495036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323" dirty="0"/>
              <a:t>lateral clearance angle: 7°</a:t>
            </a:r>
            <a:endParaRPr lang="nl-NL" sz="1323" dirty="0"/>
          </a:p>
        </p:txBody>
      </p:sp>
    </p:spTree>
    <p:extLst>
      <p:ext uri="{BB962C8B-B14F-4D97-AF65-F5344CB8AC3E}">
        <p14:creationId xmlns:p14="http://schemas.microsoft.com/office/powerpoint/2010/main" val="703453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26" y="9248"/>
            <a:ext cx="7824702" cy="71852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Arial" panose="020B0604020202020204" pitchFamily="34" charset="0"/>
              </a:rPr>
              <a:t>SE approach to AC design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248196" y="1668490"/>
            <a:ext cx="763070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fontAlgn="ctr">
              <a:lnSpc>
                <a:spcPct val="120000"/>
              </a:lnSpc>
            </a:pP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What are the functions that we are going to explore?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55923" y="2578063"/>
          <a:ext cx="2177067" cy="272133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{9D7B26C5-4107-4FEC-AEDC-1716B250A1EF}</a:tableStyleId>
              </a:tblPr>
              <a:tblGrid>
                <a:gridCol w="2177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735">
                <a:tc>
                  <a:txBody>
                    <a:bodyPr/>
                    <a:lstStyle/>
                    <a:p>
                      <a:r>
                        <a:rPr lang="en-GB" sz="1500" dirty="0"/>
                        <a:t>Function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rgbClr val="C1CF0B"/>
                        </a:gs>
                        <a:gs pos="100000">
                          <a:srgbClr val="DEEEB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470">
                <a:tc>
                  <a:txBody>
                    <a:bodyPr/>
                    <a:lstStyle/>
                    <a:p>
                      <a:r>
                        <a:rPr lang="en-GB" sz="1500" b="1" i="1" dirty="0"/>
                        <a:t>Generate</a:t>
                      </a:r>
                      <a:r>
                        <a:rPr lang="en-GB" sz="1500" b="1" i="1" baseline="0" dirty="0"/>
                        <a:t> lift</a:t>
                      </a:r>
                      <a:endParaRPr lang="nl-NL" sz="1500" b="1" i="1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rgbClr val="C1CF0B"/>
                        </a:gs>
                        <a:gs pos="100000">
                          <a:srgbClr val="DEEEB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735">
                <a:tc>
                  <a:txBody>
                    <a:bodyPr/>
                    <a:lstStyle/>
                    <a:p>
                      <a:r>
                        <a:rPr lang="en-GB" sz="1500" b="1" i="1" dirty="0"/>
                        <a:t>Roll</a:t>
                      </a:r>
                      <a:r>
                        <a:rPr lang="en-GB" sz="1500" b="1" i="1" baseline="0" dirty="0"/>
                        <a:t> control</a:t>
                      </a:r>
                      <a:endParaRPr lang="nl-NL" sz="1500" b="1" i="1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rgbClr val="C1CF0B"/>
                        </a:gs>
                        <a:gs pos="100000">
                          <a:srgbClr val="DEEEB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394">
                <a:tc>
                  <a:txBody>
                    <a:bodyPr/>
                    <a:lstStyle/>
                    <a:p>
                      <a:r>
                        <a:rPr lang="en-GB" sz="1500" b="1" i="1" dirty="0"/>
                        <a:t>Vertical</a:t>
                      </a:r>
                      <a:r>
                        <a:rPr lang="en-GB" sz="1500" b="1" i="1" baseline="0" dirty="0"/>
                        <a:t> equilibrium</a:t>
                      </a:r>
                      <a:endParaRPr lang="nl-NL" sz="1500" b="1" i="1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rgbClr val="C1CF0B"/>
                        </a:gs>
                        <a:gs pos="100000">
                          <a:srgbClr val="DEEEB0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24325" y="2578063"/>
          <a:ext cx="2338521" cy="272133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{9D7B26C5-4107-4FEC-AEDC-1716B250A1EF}</a:tableStyleId>
              </a:tblPr>
              <a:tblGrid>
                <a:gridCol w="2338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734">
                <a:tc>
                  <a:txBody>
                    <a:bodyPr/>
                    <a:lstStyle/>
                    <a:p>
                      <a:r>
                        <a:rPr lang="en-GB" sz="1500" dirty="0"/>
                        <a:t>Sub</a:t>
                      </a:r>
                      <a:r>
                        <a:rPr lang="en-GB" sz="1500" baseline="0" dirty="0"/>
                        <a:t> system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chemeClr val="bg2">
                            <a:lumMod val="40000"/>
                            <a:lumOff val="60000"/>
                          </a:schemeClr>
                        </a:gs>
                        <a:gs pos="100000">
                          <a:schemeClr val="bg2">
                            <a:lumMod val="20000"/>
                            <a:lumOff val="80000"/>
                          </a:scheme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398">
                <a:tc>
                  <a:txBody>
                    <a:bodyPr/>
                    <a:lstStyle/>
                    <a:p>
                      <a:pPr algn="l"/>
                      <a:r>
                        <a:rPr lang="en-GB" sz="1500" dirty="0" err="1"/>
                        <a:t>Airfoil</a:t>
                      </a:r>
                      <a:r>
                        <a:rPr lang="en-GB" sz="1500" baseline="0" dirty="0"/>
                        <a:t> and wing planform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chemeClr val="bg2">
                            <a:lumMod val="40000"/>
                            <a:lumOff val="60000"/>
                          </a:schemeClr>
                        </a:gs>
                        <a:gs pos="100000">
                          <a:schemeClr val="bg2">
                            <a:lumMod val="20000"/>
                            <a:lumOff val="80000"/>
                          </a:scheme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734">
                <a:tc>
                  <a:txBody>
                    <a:bodyPr/>
                    <a:lstStyle/>
                    <a:p>
                      <a:pPr algn="l"/>
                      <a:r>
                        <a:rPr lang="en-GB" sz="1500" dirty="0"/>
                        <a:t>HLDs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chemeClr val="bg2">
                            <a:lumMod val="40000"/>
                            <a:lumOff val="60000"/>
                          </a:schemeClr>
                        </a:gs>
                        <a:gs pos="100000">
                          <a:schemeClr val="bg2">
                            <a:lumMod val="20000"/>
                            <a:lumOff val="80000"/>
                          </a:scheme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734">
                <a:tc>
                  <a:txBody>
                    <a:bodyPr/>
                    <a:lstStyle/>
                    <a:p>
                      <a:pPr algn="l"/>
                      <a:r>
                        <a:rPr lang="en-GB" sz="1500" dirty="0"/>
                        <a:t>Aileron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chemeClr val="bg2">
                            <a:lumMod val="40000"/>
                            <a:lumOff val="60000"/>
                          </a:schemeClr>
                        </a:gs>
                        <a:gs pos="100000">
                          <a:schemeClr val="bg2">
                            <a:lumMod val="20000"/>
                            <a:lumOff val="80000"/>
                          </a:scheme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734">
                <a:tc>
                  <a:txBody>
                    <a:bodyPr/>
                    <a:lstStyle/>
                    <a:p>
                      <a:pPr algn="l"/>
                      <a:r>
                        <a:rPr lang="en-GB" sz="1500" dirty="0"/>
                        <a:t>Structural</a:t>
                      </a:r>
                      <a:r>
                        <a:rPr lang="en-GB" sz="1500" baseline="0" dirty="0"/>
                        <a:t> weight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chemeClr val="bg2">
                            <a:lumMod val="40000"/>
                            <a:lumOff val="60000"/>
                          </a:schemeClr>
                        </a:gs>
                        <a:gs pos="100000">
                          <a:schemeClr val="bg2">
                            <a:lumMod val="20000"/>
                            <a:lumOff val="80000"/>
                          </a:scheme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26403" y="2578063"/>
          <a:ext cx="2031557" cy="272133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{9D7B26C5-4107-4FEC-AEDC-1716B250A1EF}</a:tableStyleId>
              </a:tblPr>
              <a:tblGrid>
                <a:gridCol w="2031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2735">
                <a:tc>
                  <a:txBody>
                    <a:bodyPr/>
                    <a:lstStyle/>
                    <a:p>
                      <a:pPr algn="l"/>
                      <a:r>
                        <a:rPr lang="en-GB" sz="1500" dirty="0"/>
                        <a:t>Sub-function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735">
                <a:tc>
                  <a:txBody>
                    <a:bodyPr/>
                    <a:lstStyle/>
                    <a:p>
                      <a:pPr algn="l"/>
                      <a:r>
                        <a:rPr lang="en-GB" sz="1500" dirty="0"/>
                        <a:t>Efficiently</a:t>
                      </a:r>
                      <a:r>
                        <a:rPr lang="en-GB" sz="1500" baseline="0" dirty="0"/>
                        <a:t> @ cruise 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735">
                <a:tc>
                  <a:txBody>
                    <a:bodyPr/>
                    <a:lstStyle/>
                    <a:p>
                      <a:pPr algn="l"/>
                      <a:r>
                        <a:rPr lang="en-GB" sz="1500" dirty="0"/>
                        <a:t>Max lift</a:t>
                      </a:r>
                      <a:r>
                        <a:rPr lang="en-GB" sz="1500" baseline="0" dirty="0"/>
                        <a:t> @ low speed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735">
                <a:tc>
                  <a:txBody>
                    <a:bodyPr/>
                    <a:lstStyle/>
                    <a:p>
                      <a:pPr algn="l"/>
                      <a:r>
                        <a:rPr lang="en-GB" sz="1500" dirty="0"/>
                        <a:t>Change</a:t>
                      </a:r>
                      <a:r>
                        <a:rPr lang="en-GB" sz="1500" baseline="0" dirty="0"/>
                        <a:t> in bank angle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394">
                <a:tc>
                  <a:txBody>
                    <a:bodyPr/>
                    <a:lstStyle/>
                    <a:p>
                      <a:pPr algn="l"/>
                      <a:r>
                        <a:rPr lang="en-GB" sz="1500" dirty="0"/>
                        <a:t>Sustain</a:t>
                      </a:r>
                      <a:r>
                        <a:rPr lang="en-GB" sz="1500" baseline="0" dirty="0"/>
                        <a:t> loads </a:t>
                      </a:r>
                      <a:endParaRPr lang="nl-NL" sz="1500" dirty="0"/>
                    </a:p>
                  </a:txBody>
                  <a:tcPr marL="86402" marR="86402" marT="43201" marB="43201"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35671" y="2578063"/>
          <a:ext cx="986593" cy="272133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{9D7B26C5-4107-4FEC-AEDC-1716B250A1EF}</a:tableStyleId>
              </a:tblPr>
              <a:tblGrid>
                <a:gridCol w="986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4267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System</a:t>
                      </a:r>
                      <a:endParaRPr lang="nl-NL" sz="1500" b="1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chemeClr val="bg2">
                            <a:lumMod val="60000"/>
                            <a:lumOff val="40000"/>
                          </a:schemeClr>
                        </a:gs>
                        <a:gs pos="100000">
                          <a:schemeClr val="bg2">
                            <a:lumMod val="40000"/>
                            <a:lumOff val="60000"/>
                          </a:scheme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800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 Wing</a:t>
                      </a:r>
                      <a:endParaRPr lang="nl-NL" sz="1500" b="1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chemeClr val="bg2">
                            <a:lumMod val="60000"/>
                            <a:lumOff val="40000"/>
                          </a:schemeClr>
                        </a:gs>
                        <a:gs pos="100000">
                          <a:schemeClr val="bg2">
                            <a:lumMod val="40000"/>
                            <a:lumOff val="60000"/>
                          </a:scheme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67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/>
                        <a:t>EOW</a:t>
                      </a:r>
                      <a:endParaRPr lang="nl-NL" sz="1500" b="1" dirty="0"/>
                    </a:p>
                  </a:txBody>
                  <a:tcPr marL="86402" marR="86402" marT="43201" marB="43201" anchor="ctr">
                    <a:gradFill>
                      <a:gsLst>
                        <a:gs pos="0">
                          <a:schemeClr val="bg2">
                            <a:lumMod val="60000"/>
                            <a:lumOff val="40000"/>
                          </a:schemeClr>
                        </a:gs>
                        <a:gs pos="100000">
                          <a:schemeClr val="bg2">
                            <a:lumMod val="40000"/>
                            <a:lumOff val="60000"/>
                          </a:schemeClr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Left Brace 6"/>
          <p:cNvSpPr/>
          <p:nvPr/>
        </p:nvSpPr>
        <p:spPr bwMode="auto">
          <a:xfrm>
            <a:off x="4286199" y="3190431"/>
            <a:ext cx="340204" cy="952572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9" name="Left Brace 8"/>
          <p:cNvSpPr/>
          <p:nvPr/>
        </p:nvSpPr>
        <p:spPr bwMode="auto">
          <a:xfrm flipH="1">
            <a:off x="6591667" y="3190430"/>
            <a:ext cx="416167" cy="1496900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11" name="Left Brace 10"/>
          <p:cNvSpPr/>
          <p:nvPr/>
        </p:nvSpPr>
        <p:spPr bwMode="auto">
          <a:xfrm>
            <a:off x="7620203" y="3198587"/>
            <a:ext cx="408245" cy="1556784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09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0091" y="9248"/>
            <a:ext cx="8459344" cy="718520"/>
          </a:xfrm>
        </p:spPr>
        <p:txBody>
          <a:bodyPr>
            <a:noAutofit/>
          </a:bodyPr>
          <a:lstStyle/>
          <a:p>
            <a:r>
              <a:rPr lang="en-GB" sz="3600" dirty="0">
                <a:latin typeface="Arial" panose="020B0604020202020204" pitchFamily="34" charset="0"/>
              </a:rPr>
              <a:t>Aircraft aerodynamic analysis - basics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638591" y="760775"/>
            <a:ext cx="9621079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fontAlgn="ctr">
              <a:lnSpc>
                <a:spcPct val="120000"/>
              </a:lnSpc>
            </a:pP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What are the main objectives to be achieved in the aircraft aerodynamic analysis?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719884" y="2312275"/>
            <a:ext cx="5316712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fontAlgn="ctr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Airfoil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aerodynamics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How an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airfoil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works?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Effect of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airfoil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shape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Effect of Reynolds number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Effect of Mach number </a:t>
            </a:r>
          </a:p>
          <a:p>
            <a:pPr algn="l" fontAlgn="ctr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Wing aerodynamics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3-dimensional effects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Effect of sweep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Effect of aspect ratio and taper ratio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Effect of wing twist</a:t>
            </a:r>
          </a:p>
          <a:p>
            <a:pPr lvl="1"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wing stall characteristics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663876" y="1814616"/>
            <a:ext cx="5112138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fontAlgn="ctr">
              <a:lnSpc>
                <a:spcPct val="120000"/>
              </a:lnSpc>
            </a:pP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Fundamental concepts:</a:t>
            </a:r>
          </a:p>
        </p:txBody>
      </p:sp>
      <p:pic>
        <p:nvPicPr>
          <p:cNvPr id="7" name="Picture 3" descr="D:\aelham\Desktop\Untitled.png">
            <a:extLst>
              <a:ext uri="{FF2B5EF4-FFF2-40B4-BE49-F238E27FC236}">
                <a16:creationId xmlns:a16="http://schemas.microsoft.com/office/drawing/2014/main" id="{9E88E47B-60DA-6B4B-87A6-C6109BBA8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361" y="1739504"/>
            <a:ext cx="2577920" cy="238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37E26950-B920-5143-AEEA-74B88B8A9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256" y="4295244"/>
            <a:ext cx="3239936" cy="1948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468BC9-CF66-A548-BD95-3194BCB6FD33}"/>
              </a:ext>
            </a:extLst>
          </p:cNvPr>
          <p:cNvSpPr/>
          <p:nvPr/>
        </p:nvSpPr>
        <p:spPr>
          <a:xfrm>
            <a:off x="7957832" y="1521831"/>
            <a:ext cx="9748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Lift curve</a:t>
            </a:r>
            <a:endParaRPr lang="en-NL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F2185-CF8D-0F4E-B56C-6AF9B5250D16}"/>
              </a:ext>
            </a:extLst>
          </p:cNvPr>
          <p:cNvSpPr/>
          <p:nvPr/>
        </p:nvSpPr>
        <p:spPr>
          <a:xfrm>
            <a:off x="7406665" y="4125967"/>
            <a:ext cx="10697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Drag Polar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271444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28" y="9248"/>
            <a:ext cx="7824702" cy="71852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Arial" panose="020B0604020202020204" pitchFamily="34" charset="0"/>
              </a:rPr>
              <a:t>Design of the high lift devices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674451" y="978207"/>
            <a:ext cx="763070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fontAlgn="ctr">
              <a:lnSpc>
                <a:spcPct val="120000"/>
              </a:lnSpc>
            </a:pP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Why high lift devices?</a:t>
            </a:r>
          </a:p>
        </p:txBody>
      </p:sp>
      <p:pic>
        <p:nvPicPr>
          <p:cNvPr id="11" name="Picture 2" descr="http://media.cleveland.com/business_impact/photo/boeingjpg-25d8c68622d0ba9c.jpg"/>
          <p:cNvPicPr>
            <a:picLocks noChangeAspect="1" noChangeArrowheads="1"/>
          </p:cNvPicPr>
          <p:nvPr/>
        </p:nvPicPr>
        <p:blipFill>
          <a:blip r:embed="rId3" cstate="print"/>
          <a:srcRect l="1477" b="22542"/>
          <a:stretch>
            <a:fillRect/>
          </a:stretch>
        </p:blipFill>
        <p:spPr bwMode="auto">
          <a:xfrm>
            <a:off x="5670689" y="3226288"/>
            <a:ext cx="5084411" cy="20412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723834" y="1550198"/>
            <a:ext cx="932068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fontAlgn="ctr"/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The wing should be designed to have minimum drag during the cruise, while generating enough lift for take-off and landing.</a:t>
            </a:r>
          </a:p>
          <a:p>
            <a:pPr algn="l" fontAlgn="ctr"/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ctr"/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Are these two design objectives  inline? 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715126" y="2978500"/>
            <a:ext cx="28080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fontAlgn="ctr"/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Unfortunately NO!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720336" y="3468987"/>
            <a:ext cx="385571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fontAlgn="ctr"/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ctr"/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So we design HLD!</a:t>
            </a:r>
          </a:p>
        </p:txBody>
      </p:sp>
      <p:sp>
        <p:nvSpPr>
          <p:cNvPr id="3" name="Rectangle 2"/>
          <p:cNvSpPr/>
          <p:nvPr/>
        </p:nvSpPr>
        <p:spPr>
          <a:xfrm>
            <a:off x="6010894" y="5471638"/>
            <a:ext cx="1772858" cy="4413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buFont typeface="Arial" charset="0"/>
              <a:buChar char="•"/>
            </a:pPr>
            <a:r>
              <a:rPr lang="en-GB" sz="2268" b="1" dirty="0">
                <a:solidFill>
                  <a:srgbClr val="FF0000"/>
                </a:solidFill>
              </a:rPr>
              <a:t> </a:t>
            </a:r>
            <a:r>
              <a:rPr lang="en-GB" sz="1890" b="1" dirty="0">
                <a:solidFill>
                  <a:srgbClr val="FF0000"/>
                </a:solidFill>
              </a:rPr>
              <a:t>Type of HLD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0162" y="5486178"/>
            <a:ext cx="2326278" cy="3831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buFont typeface="Arial" charset="0"/>
              <a:buChar char="•"/>
            </a:pPr>
            <a:r>
              <a:rPr lang="en-GB" sz="1890" b="1" dirty="0">
                <a:solidFill>
                  <a:srgbClr val="FF0000"/>
                </a:solidFill>
              </a:rPr>
              <a:t> Geometry of HLD</a:t>
            </a:r>
          </a:p>
        </p:txBody>
      </p:sp>
    </p:spTree>
    <p:extLst>
      <p:ext uri="{BB962C8B-B14F-4D97-AF65-F5344CB8AC3E}">
        <p14:creationId xmlns:p14="http://schemas.microsoft.com/office/powerpoint/2010/main" val="1412659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0092" y="9249"/>
            <a:ext cx="7824702" cy="71852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Arial" panose="020B0604020202020204" pitchFamily="34" charset="0"/>
              </a:rPr>
              <a:t>Aileron design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90092" y="985483"/>
            <a:ext cx="7630706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What is the role of aileron?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590092" y="1456041"/>
            <a:ext cx="592233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fontAlgn="ctr"/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An aileron is simply a flap usually placed close to the wing tip to control the aircraft roll</a:t>
            </a:r>
          </a:p>
        </p:txBody>
      </p:sp>
      <p:pic>
        <p:nvPicPr>
          <p:cNvPr id="133122" name="Picture 2" descr="D:\aelham\Desktop\Aircraft-Yaw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483" y="1749169"/>
            <a:ext cx="2992776" cy="383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85410" y="2384062"/>
            <a:ext cx="763070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How do ailerons work?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590092" y="2852351"/>
            <a:ext cx="592233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 fontAlgn="ctr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Calculation of rolling moments</a:t>
            </a:r>
          </a:p>
          <a:p>
            <a:pPr marL="342900" indent="-342900" algn="l" fontAlgn="ctr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Definition of stationary design conditions</a:t>
            </a:r>
          </a:p>
          <a:p>
            <a:pPr marL="342900" indent="-342900" algn="l" fontAlgn="ctr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Sizing of the ailerons</a:t>
            </a:r>
          </a:p>
        </p:txBody>
      </p:sp>
    </p:spTree>
    <p:extLst>
      <p:ext uri="{BB962C8B-B14F-4D97-AF65-F5344CB8AC3E}">
        <p14:creationId xmlns:p14="http://schemas.microsoft.com/office/powerpoint/2010/main" val="2493738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27" y="-1688"/>
            <a:ext cx="9940948" cy="1033310"/>
          </a:xfrm>
        </p:spPr>
        <p:txBody>
          <a:bodyPr>
            <a:noAutofit/>
          </a:bodyPr>
          <a:lstStyle/>
          <a:p>
            <a:r>
              <a:rPr lang="en-GB" sz="3200" dirty="0">
                <a:latin typeface="Arial" panose="020B0604020202020204" pitchFamily="34" charset="0"/>
              </a:rPr>
              <a:t>Computational methods for aircraft aerodynamic analysis</a:t>
            </a:r>
            <a:endParaRPr lang="nl-NL" sz="3200" dirty="0"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6875" y="1682364"/>
            <a:ext cx="5784184" cy="4664647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You will learn how to use some simple software to compute aerodynamic characteristics of aircraft.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sz="2400" dirty="0"/>
              <a:t>It will be very useful for you to use them in this course and later in any design exercise! </a:t>
            </a:r>
            <a:endParaRPr lang="nl-NL" sz="2400" dirty="0"/>
          </a:p>
        </p:txBody>
      </p:sp>
      <p:pic>
        <p:nvPicPr>
          <p:cNvPr id="9" name="Picture 5" descr="D:\aelham\Desktop\Untitl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623" y="1504817"/>
            <a:ext cx="3877868" cy="40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66876" y="1178086"/>
            <a:ext cx="7630706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What will you learn?</a:t>
            </a:r>
          </a:p>
        </p:txBody>
      </p:sp>
      <p:pic>
        <p:nvPicPr>
          <p:cNvPr id="14" name="Picture 12" descr="xfoil_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81449" y="3542483"/>
            <a:ext cx="1875289" cy="6435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8" descr="logo_javafoil_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328876" y="2852890"/>
            <a:ext cx="1609050" cy="689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46" name="Picture 2" descr="D:\aelham\Desktop\avl_logo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308" y="3864245"/>
            <a:ext cx="1883668" cy="85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579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0092" y="9249"/>
            <a:ext cx="7824702" cy="71852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Arial" panose="020B0604020202020204" pitchFamily="34" charset="0"/>
              </a:rPr>
              <a:t>Aircraft weight estimation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807" y="1646188"/>
            <a:ext cx="7899852" cy="4458776"/>
          </a:xfrm>
        </p:spPr>
        <p:txBody>
          <a:bodyPr>
            <a:normAutofit fontScale="70000" lnSpcReduction="20000"/>
          </a:bodyPr>
          <a:lstStyle/>
          <a:p>
            <a:r>
              <a:rPr lang="en-GB" sz="3400" dirty="0"/>
              <a:t>How to estimate the weight of each aircraft component</a:t>
            </a:r>
          </a:p>
          <a:p>
            <a:pPr lvl="1"/>
            <a:r>
              <a:rPr lang="en-GB" sz="3400" dirty="0"/>
              <a:t>Wing weight</a:t>
            </a:r>
          </a:p>
          <a:p>
            <a:pPr lvl="1"/>
            <a:r>
              <a:rPr lang="en-GB" sz="3400" dirty="0"/>
              <a:t>Fuselage weight</a:t>
            </a:r>
          </a:p>
          <a:p>
            <a:pPr lvl="1"/>
            <a:r>
              <a:rPr lang="en-GB" sz="3400" dirty="0"/>
              <a:t>Tail weight</a:t>
            </a:r>
          </a:p>
          <a:p>
            <a:pPr lvl="1"/>
            <a:r>
              <a:rPr lang="en-GB" sz="3400" dirty="0"/>
              <a:t>Engine weight</a:t>
            </a:r>
          </a:p>
          <a:p>
            <a:pPr lvl="1"/>
            <a:r>
              <a:rPr lang="en-GB" sz="3400" dirty="0"/>
              <a:t>Landing gear weight</a:t>
            </a:r>
          </a:p>
          <a:p>
            <a:pPr lvl="1"/>
            <a:r>
              <a:rPr lang="en-GB" sz="3400" dirty="0"/>
              <a:t>Weight of different systems</a:t>
            </a:r>
          </a:p>
          <a:p>
            <a:pPr lvl="2"/>
            <a:r>
              <a:rPr lang="en-GB" sz="3400" dirty="0"/>
              <a:t>Avionics</a:t>
            </a:r>
          </a:p>
          <a:p>
            <a:pPr lvl="2"/>
            <a:r>
              <a:rPr lang="en-GB" sz="3400" dirty="0"/>
              <a:t>Hydraulic</a:t>
            </a:r>
          </a:p>
          <a:p>
            <a:pPr lvl="2"/>
            <a:r>
              <a:rPr lang="en-GB" sz="3400" dirty="0"/>
              <a:t>…</a:t>
            </a:r>
          </a:p>
          <a:p>
            <a:pPr lvl="2"/>
            <a:endParaRPr lang="nl-NL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84803" y="945003"/>
            <a:ext cx="7630706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What will you learn?</a:t>
            </a:r>
          </a:p>
        </p:txBody>
      </p:sp>
      <p:pic>
        <p:nvPicPr>
          <p:cNvPr id="13" name="Picture 5" descr="F28_exploded"/>
          <p:cNvPicPr>
            <a:picLocks noChangeAspect="1" noChangeArrowheads="1"/>
          </p:cNvPicPr>
          <p:nvPr/>
        </p:nvPicPr>
        <p:blipFill>
          <a:blip r:embed="rId3" cstate="print"/>
          <a:srcRect l="7605" t="8896" r="11053" b="7849"/>
          <a:stretch>
            <a:fillRect/>
          </a:stretch>
        </p:blipFill>
        <p:spPr bwMode="auto">
          <a:xfrm>
            <a:off x="6957896" y="2454169"/>
            <a:ext cx="4073149" cy="3051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33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307944" y="1947052"/>
            <a:ext cx="7237696" cy="14295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600" dirty="0">
                <a:latin typeface="Arial" panose="020B0604020202020204" pitchFamily="34" charset="0"/>
              </a:rPr>
              <a:t>Part 3</a:t>
            </a:r>
            <a:br>
              <a:rPr lang="en-US" sz="3600" dirty="0">
                <a:latin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</a:rPr>
              <a:t>Spacecraft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39459569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latin typeface="Arial" panose="020B0604020202020204" pitchFamily="34" charset="0"/>
              </a:rPr>
              <a:t>Space Engineering: The Big Picture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8941745" y="3241276"/>
            <a:ext cx="18030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marL="216004" indent="-216004">
              <a:spcBef>
                <a:spcPct val="200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course!</a:t>
            </a:r>
          </a:p>
        </p:txBody>
      </p:sp>
      <p:pic>
        <p:nvPicPr>
          <p:cNvPr id="12" name="Picture 5" descr="20100826112038"/>
          <p:cNvPicPr>
            <a:picLocks noChangeAspect="1" noChangeArrowheads="1"/>
          </p:cNvPicPr>
          <p:nvPr/>
        </p:nvPicPr>
        <p:blipFill>
          <a:blip r:embed="rId3"/>
          <a:srcRect l="56047" t="13315" r="7271" b="24847"/>
          <a:stretch>
            <a:fillRect/>
          </a:stretch>
        </p:blipFill>
        <p:spPr bwMode="auto">
          <a:xfrm>
            <a:off x="4525898" y="1088062"/>
            <a:ext cx="3477892" cy="4148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AutoShape 6"/>
          <p:cNvSpPr>
            <a:spLocks noChangeArrowheads="1"/>
          </p:cNvSpPr>
          <p:nvPr/>
        </p:nvSpPr>
        <p:spPr bwMode="auto">
          <a:xfrm rot="-1122588">
            <a:off x="7849113" y="3704953"/>
            <a:ext cx="1087529" cy="265239"/>
          </a:xfrm>
          <a:prstGeom prst="leftArrow">
            <a:avLst>
              <a:gd name="adj1" fmla="val 50000"/>
              <a:gd name="adj2" fmla="val 100138"/>
            </a:avLst>
          </a:prstGeom>
          <a:solidFill>
            <a:srgbClr val="FFFF00"/>
          </a:solidFill>
          <a:ln w="317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1911667" y="3765178"/>
            <a:ext cx="2570687" cy="1242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033" rIns="0" anchor="ctr" anchorCtr="0"/>
          <a:lstStyle/>
          <a:p>
            <a:pPr>
              <a:spcBef>
                <a:spcPts val="0"/>
              </a:spcBef>
            </a:pPr>
            <a:r>
              <a:rPr lang="en-US" sz="1400" dirty="0"/>
              <a:t>Figure from:</a:t>
            </a:r>
          </a:p>
          <a:p>
            <a:pPr>
              <a:spcBef>
                <a:spcPts val="0"/>
              </a:spcBef>
            </a:pPr>
            <a:r>
              <a:rPr lang="en-US" sz="1400" dirty="0"/>
              <a:t>Wertz J.R., Larson W.J. (eds.); </a:t>
            </a:r>
            <a:r>
              <a:rPr lang="en-US" sz="1400" i="1" dirty="0"/>
              <a:t>Space Mission Analysis and Design </a:t>
            </a:r>
            <a:r>
              <a:rPr lang="en-US" sz="1400" dirty="0"/>
              <a:t>; Microcosm Press, Springer, 3</a:t>
            </a:r>
            <a:r>
              <a:rPr lang="en-US" sz="1400" baseline="30000" dirty="0"/>
              <a:t>rd</a:t>
            </a:r>
            <a:r>
              <a:rPr lang="en-US" sz="1400" dirty="0"/>
              <a:t> edition (2007).</a:t>
            </a:r>
            <a:endParaRPr lang="en-US" sz="1400" i="1" dirty="0"/>
          </a:p>
        </p:txBody>
      </p:sp>
      <p:sp>
        <p:nvSpPr>
          <p:cNvPr id="15" name="Freeform 4"/>
          <p:cNvSpPr>
            <a:spLocks/>
          </p:cNvSpPr>
          <p:nvPr/>
        </p:nvSpPr>
        <p:spPr bwMode="auto">
          <a:xfrm>
            <a:off x="7130577" y="3754393"/>
            <a:ext cx="663176" cy="667673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900519" y="5369578"/>
            <a:ext cx="9242611" cy="830997"/>
          </a:xfrm>
          <a:prstGeom prst="rect">
            <a:avLst/>
          </a:prstGeom>
          <a:solidFill>
            <a:srgbClr val="FFFF00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marL="360007" indent="-360007" algn="ctr" eaLnBrk="0" hangingPunct="0">
              <a:buClr>
                <a:schemeClr val="bg2"/>
              </a:buClr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You need to account for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7 elements of this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space mission architecture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be a good space engineer.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6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481" y="283"/>
            <a:ext cx="9933594" cy="111247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600" dirty="0">
                <a:latin typeface="Arial" panose="020B0604020202020204" pitchFamily="34" charset="0"/>
              </a:rPr>
              <a:t>Space Engineering: Key Functions and Drivers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9" name="Oval 2"/>
          <p:cNvSpPr>
            <a:spLocks noChangeArrowheads="1"/>
          </p:cNvSpPr>
          <p:nvPr/>
        </p:nvSpPr>
        <p:spPr bwMode="auto">
          <a:xfrm>
            <a:off x="3642640" y="2136071"/>
            <a:ext cx="5103138" cy="3673599"/>
          </a:xfrm>
          <a:prstGeom prst="ellipse">
            <a:avLst/>
          </a:prstGeom>
          <a:solidFill>
            <a:srgbClr val="CCFFCC"/>
          </a:solidFill>
          <a:ln w="317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4323658" y="2475080"/>
            <a:ext cx="1699546" cy="817522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Determine and 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control attitude</a:t>
            </a: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6363831" y="2475080"/>
            <a:ext cx="1632044" cy="817522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Process data</a:t>
            </a: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3915646" y="3292602"/>
            <a:ext cx="1862167" cy="816772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Provide structural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integrity</a:t>
            </a: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6978730" y="3358603"/>
            <a:ext cx="1632044" cy="817523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Communicate</a:t>
            </a: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5343685" y="4924645"/>
            <a:ext cx="1632044" cy="817523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Provide power</a:t>
            </a: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4188354" y="4176126"/>
            <a:ext cx="1767348" cy="817522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Determine and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control orbit</a:t>
            </a:r>
          </a:p>
        </p:txBody>
      </p:sp>
      <p:sp>
        <p:nvSpPr>
          <p:cNvPr id="22" name="Oval 11"/>
          <p:cNvSpPr>
            <a:spLocks noChangeArrowheads="1"/>
          </p:cNvSpPr>
          <p:nvPr/>
        </p:nvSpPr>
        <p:spPr bwMode="auto">
          <a:xfrm>
            <a:off x="6501715" y="4243627"/>
            <a:ext cx="1870050" cy="817523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Maintain allowed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temperatures</a:t>
            </a: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2988136" y="5325579"/>
            <a:ext cx="1632044" cy="38318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90" dirty="0"/>
              <a:t>Spacecraft bus</a:t>
            </a:r>
          </a:p>
        </p:txBody>
      </p:sp>
      <p:sp>
        <p:nvSpPr>
          <p:cNvPr id="24" name="Oval 13"/>
          <p:cNvSpPr>
            <a:spLocks noChangeArrowheads="1"/>
          </p:cNvSpPr>
          <p:nvPr/>
        </p:nvSpPr>
        <p:spPr bwMode="auto">
          <a:xfrm>
            <a:off x="7751936" y="1318549"/>
            <a:ext cx="1632044" cy="681018"/>
          </a:xfrm>
          <a:prstGeom prst="ellips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Subject</a:t>
            </a:r>
          </a:p>
        </p:txBody>
      </p:sp>
      <p:sp>
        <p:nvSpPr>
          <p:cNvPr id="25" name="Oval 14"/>
          <p:cNvSpPr>
            <a:spLocks noChangeArrowheads="1"/>
          </p:cNvSpPr>
          <p:nvPr/>
        </p:nvSpPr>
        <p:spPr bwMode="auto">
          <a:xfrm>
            <a:off x="1941594" y="3700612"/>
            <a:ext cx="1632044" cy="817523"/>
          </a:xfrm>
          <a:prstGeom prst="ellips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Orbit</a:t>
            </a:r>
          </a:p>
        </p:txBody>
      </p:sp>
      <p:sp>
        <p:nvSpPr>
          <p:cNvPr id="26" name="Oval 15"/>
          <p:cNvSpPr>
            <a:spLocks noChangeArrowheads="1"/>
          </p:cNvSpPr>
          <p:nvPr/>
        </p:nvSpPr>
        <p:spPr bwMode="auto">
          <a:xfrm>
            <a:off x="8662818" y="2162463"/>
            <a:ext cx="2229303" cy="1810806"/>
          </a:xfrm>
          <a:prstGeom prst="ellips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dirty="0"/>
              <a:t>Command, </a:t>
            </a:r>
          </a:p>
          <a:p>
            <a:pPr algn="ctr">
              <a:spcBef>
                <a:spcPct val="20000"/>
              </a:spcBef>
            </a:pPr>
            <a:r>
              <a:rPr lang="en-US" dirty="0"/>
              <a:t>Control, </a:t>
            </a:r>
          </a:p>
          <a:p>
            <a:pPr algn="ctr">
              <a:spcBef>
                <a:spcPct val="20000"/>
              </a:spcBef>
            </a:pPr>
            <a:r>
              <a:rPr lang="en-US" dirty="0"/>
              <a:t>Communications,</a:t>
            </a:r>
          </a:p>
          <a:p>
            <a:pPr algn="ctr">
              <a:spcBef>
                <a:spcPct val="20000"/>
              </a:spcBef>
            </a:pPr>
            <a:r>
              <a:rPr lang="en-US" dirty="0"/>
              <a:t>Mission &amp; Ground</a:t>
            </a:r>
          </a:p>
          <a:p>
            <a:pPr algn="ctr">
              <a:spcBef>
                <a:spcPct val="20000"/>
              </a:spcBef>
            </a:pPr>
            <a:r>
              <a:rPr lang="en-US" dirty="0"/>
              <a:t>Operations</a:t>
            </a:r>
          </a:p>
        </p:txBody>
      </p:sp>
      <p:sp>
        <p:nvSpPr>
          <p:cNvPr id="27" name="Oval 16"/>
          <p:cNvSpPr>
            <a:spLocks noChangeArrowheads="1"/>
          </p:cNvSpPr>
          <p:nvPr/>
        </p:nvSpPr>
        <p:spPr bwMode="auto">
          <a:xfrm>
            <a:off x="5345186" y="1318549"/>
            <a:ext cx="1632044" cy="681018"/>
          </a:xfrm>
          <a:prstGeom prst="ellips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Payload</a:t>
            </a:r>
          </a:p>
        </p:txBody>
      </p:sp>
      <p:cxnSp>
        <p:nvCxnSpPr>
          <p:cNvPr id="28" name="AutoShape 17"/>
          <p:cNvCxnSpPr>
            <a:cxnSpLocks noChangeShapeType="1"/>
            <a:stCxn id="24" idx="2"/>
            <a:endCxn id="27" idx="6"/>
          </p:cNvCxnSpPr>
          <p:nvPr/>
        </p:nvCxnSpPr>
        <p:spPr bwMode="auto">
          <a:xfrm flipH="1">
            <a:off x="6977230" y="1659058"/>
            <a:ext cx="774706" cy="0"/>
          </a:xfrm>
          <a:prstGeom prst="straightConnector1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29" name="AutoShape 18"/>
          <p:cNvCxnSpPr>
            <a:cxnSpLocks noChangeShapeType="1"/>
            <a:stCxn id="10" idx="0"/>
            <a:endCxn id="27" idx="4"/>
          </p:cNvCxnSpPr>
          <p:nvPr/>
        </p:nvCxnSpPr>
        <p:spPr bwMode="auto">
          <a:xfrm rot="5400000" flipH="1" flipV="1">
            <a:off x="5429563" y="1743436"/>
            <a:ext cx="475513" cy="987777"/>
          </a:xfrm>
          <a:prstGeom prst="curvedConnector3">
            <a:avLst>
              <a:gd name="adj1" fmla="val 50000"/>
            </a:avLst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30" name="AutoShape 19"/>
          <p:cNvCxnSpPr>
            <a:cxnSpLocks noChangeShapeType="1"/>
            <a:stCxn id="17" idx="0"/>
            <a:endCxn id="27" idx="4"/>
          </p:cNvCxnSpPr>
          <p:nvPr/>
        </p:nvCxnSpPr>
        <p:spPr bwMode="auto">
          <a:xfrm rot="16200000" flipV="1">
            <a:off x="6432775" y="1728001"/>
            <a:ext cx="475513" cy="1018645"/>
          </a:xfrm>
          <a:prstGeom prst="curvedConnector3">
            <a:avLst>
              <a:gd name="adj1" fmla="val 50000"/>
            </a:avLst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31" name="AutoShape 20"/>
          <p:cNvCxnSpPr>
            <a:cxnSpLocks noChangeShapeType="1"/>
            <a:stCxn id="20" idx="0"/>
            <a:endCxn id="27" idx="4"/>
          </p:cNvCxnSpPr>
          <p:nvPr/>
        </p:nvCxnSpPr>
        <p:spPr bwMode="auto">
          <a:xfrm rot="-5400000">
            <a:off x="4712919" y="3461356"/>
            <a:ext cx="2895078" cy="1501"/>
          </a:xfrm>
          <a:prstGeom prst="curvedConnector3">
            <a:avLst>
              <a:gd name="adj1" fmla="val 50000"/>
            </a:avLst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32" name="AutoShape 21"/>
          <p:cNvCxnSpPr>
            <a:cxnSpLocks noChangeShapeType="1"/>
            <a:stCxn id="21" idx="6"/>
            <a:endCxn id="27" idx="4"/>
          </p:cNvCxnSpPr>
          <p:nvPr/>
        </p:nvCxnSpPr>
        <p:spPr bwMode="auto">
          <a:xfrm flipV="1">
            <a:off x="5955702" y="1999567"/>
            <a:ext cx="205506" cy="2585321"/>
          </a:xfrm>
          <a:prstGeom prst="curvedConnector2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33" name="AutoShape 22"/>
          <p:cNvCxnSpPr>
            <a:cxnSpLocks noChangeShapeType="1"/>
            <a:stCxn id="19" idx="2"/>
            <a:endCxn id="27" idx="4"/>
          </p:cNvCxnSpPr>
          <p:nvPr/>
        </p:nvCxnSpPr>
        <p:spPr bwMode="auto">
          <a:xfrm rot="10800000">
            <a:off x="6161208" y="2014567"/>
            <a:ext cx="802521" cy="1753548"/>
          </a:xfrm>
          <a:prstGeom prst="curvedConnector2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34" name="Oval 23"/>
          <p:cNvSpPr>
            <a:spLocks noChangeArrowheads="1"/>
          </p:cNvSpPr>
          <p:nvPr/>
        </p:nvSpPr>
        <p:spPr bwMode="auto">
          <a:xfrm>
            <a:off x="2078098" y="2544082"/>
            <a:ext cx="1632044" cy="817522"/>
          </a:xfrm>
          <a:prstGeom prst="ellips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Launcher</a:t>
            </a:r>
          </a:p>
        </p:txBody>
      </p:sp>
      <p:cxnSp>
        <p:nvCxnSpPr>
          <p:cNvPr id="35" name="AutoShape 24"/>
          <p:cNvCxnSpPr>
            <a:cxnSpLocks noChangeShapeType="1"/>
            <a:stCxn id="18" idx="1"/>
            <a:endCxn id="34" idx="6"/>
          </p:cNvCxnSpPr>
          <p:nvPr/>
        </p:nvCxnSpPr>
        <p:spPr bwMode="auto">
          <a:xfrm rot="16200000" flipV="1">
            <a:off x="3719562" y="2943423"/>
            <a:ext cx="459372" cy="478212"/>
          </a:xfrm>
          <a:prstGeom prst="curvedConnector2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36" name="AutoShape 26"/>
          <p:cNvCxnSpPr>
            <a:cxnSpLocks noChangeShapeType="1"/>
            <a:stCxn id="25" idx="6"/>
            <a:endCxn id="21" idx="1"/>
          </p:cNvCxnSpPr>
          <p:nvPr/>
        </p:nvCxnSpPr>
        <p:spPr bwMode="auto">
          <a:xfrm>
            <a:off x="3573637" y="4109374"/>
            <a:ext cx="873539" cy="186476"/>
          </a:xfrm>
          <a:prstGeom prst="curvedConnector2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37" name="AutoShape 27"/>
          <p:cNvCxnSpPr>
            <a:cxnSpLocks noChangeShapeType="1"/>
            <a:stCxn id="25" idx="6"/>
            <a:endCxn id="20" idx="2"/>
          </p:cNvCxnSpPr>
          <p:nvPr/>
        </p:nvCxnSpPr>
        <p:spPr bwMode="auto">
          <a:xfrm>
            <a:off x="3588638" y="4110124"/>
            <a:ext cx="1740047" cy="1224033"/>
          </a:xfrm>
          <a:prstGeom prst="curvedConnector3">
            <a:avLst>
              <a:gd name="adj1" fmla="val 23792"/>
            </a:avLst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38" name="AutoShape 28"/>
          <p:cNvCxnSpPr>
            <a:cxnSpLocks noChangeShapeType="1"/>
            <a:stCxn id="26" idx="4"/>
            <a:endCxn id="19" idx="5"/>
          </p:cNvCxnSpPr>
          <p:nvPr/>
        </p:nvCxnSpPr>
        <p:spPr bwMode="auto">
          <a:xfrm rot="5400000">
            <a:off x="9033052" y="3311985"/>
            <a:ext cx="83134" cy="1405703"/>
          </a:xfrm>
          <a:prstGeom prst="curvedConnector3">
            <a:avLst>
              <a:gd name="adj1" fmla="val 518990"/>
            </a:avLst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0" name="AutoShape 30"/>
          <p:cNvCxnSpPr>
            <a:cxnSpLocks noChangeShapeType="1"/>
            <a:stCxn id="10" idx="6"/>
            <a:endCxn id="20" idx="0"/>
          </p:cNvCxnSpPr>
          <p:nvPr/>
        </p:nvCxnSpPr>
        <p:spPr bwMode="auto">
          <a:xfrm>
            <a:off x="6023204" y="2883842"/>
            <a:ext cx="136503" cy="2040804"/>
          </a:xfrm>
          <a:prstGeom prst="curvedConnector2">
            <a:avLst/>
          </a:prstGeom>
          <a:noFill/>
          <a:ln w="317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1" name="AutoShape 31"/>
          <p:cNvCxnSpPr>
            <a:cxnSpLocks noChangeShapeType="1"/>
            <a:stCxn id="17" idx="6"/>
            <a:endCxn id="19" idx="7"/>
          </p:cNvCxnSpPr>
          <p:nvPr/>
        </p:nvCxnSpPr>
        <p:spPr bwMode="auto">
          <a:xfrm>
            <a:off x="7995876" y="2883842"/>
            <a:ext cx="375891" cy="594486"/>
          </a:xfrm>
          <a:prstGeom prst="curvedConnector2">
            <a:avLst/>
          </a:prstGeom>
          <a:noFill/>
          <a:ln w="317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2" name="AutoShape 32"/>
          <p:cNvCxnSpPr>
            <a:cxnSpLocks noChangeShapeType="1"/>
            <a:stCxn id="10" idx="6"/>
            <a:endCxn id="22" idx="1"/>
          </p:cNvCxnSpPr>
          <p:nvPr/>
        </p:nvCxnSpPr>
        <p:spPr bwMode="auto">
          <a:xfrm>
            <a:off x="6023204" y="2883841"/>
            <a:ext cx="752373" cy="1479510"/>
          </a:xfrm>
          <a:prstGeom prst="curvedConnector2">
            <a:avLst/>
          </a:prstGeom>
          <a:noFill/>
          <a:ln w="317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3" name="AutoShape 33"/>
          <p:cNvCxnSpPr>
            <a:cxnSpLocks noChangeShapeType="1"/>
            <a:stCxn id="20" idx="0"/>
            <a:endCxn id="19" idx="2"/>
          </p:cNvCxnSpPr>
          <p:nvPr/>
        </p:nvCxnSpPr>
        <p:spPr bwMode="auto">
          <a:xfrm rot="-5400000">
            <a:off x="5990953" y="3936870"/>
            <a:ext cx="1141530" cy="804022"/>
          </a:xfrm>
          <a:prstGeom prst="curvedConnector2">
            <a:avLst/>
          </a:prstGeom>
          <a:noFill/>
          <a:ln w="317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4" name="AutoShape 34"/>
          <p:cNvCxnSpPr>
            <a:cxnSpLocks noChangeShapeType="1"/>
            <a:stCxn id="21" idx="7"/>
            <a:endCxn id="19" idx="2"/>
          </p:cNvCxnSpPr>
          <p:nvPr/>
        </p:nvCxnSpPr>
        <p:spPr bwMode="auto">
          <a:xfrm rot="5400000" flipH="1" flipV="1">
            <a:off x="6073562" y="3390682"/>
            <a:ext cx="528485" cy="1281850"/>
          </a:xfrm>
          <a:prstGeom prst="curvedConnector2">
            <a:avLst/>
          </a:prstGeom>
          <a:noFill/>
          <a:ln w="317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5" name="AutoShape 35"/>
          <p:cNvCxnSpPr>
            <a:cxnSpLocks noChangeShapeType="1"/>
            <a:stCxn id="20" idx="6"/>
            <a:endCxn id="22" idx="4"/>
          </p:cNvCxnSpPr>
          <p:nvPr/>
        </p:nvCxnSpPr>
        <p:spPr bwMode="auto">
          <a:xfrm flipV="1">
            <a:off x="6975729" y="5061150"/>
            <a:ext cx="461011" cy="272257"/>
          </a:xfrm>
          <a:prstGeom prst="curvedConnector2">
            <a:avLst/>
          </a:prstGeom>
          <a:noFill/>
          <a:ln w="317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6" name="AutoShape 36"/>
          <p:cNvCxnSpPr>
            <a:cxnSpLocks noChangeShapeType="1"/>
            <a:stCxn id="34" idx="4"/>
            <a:endCxn id="25" idx="7"/>
          </p:cNvCxnSpPr>
          <p:nvPr/>
        </p:nvCxnSpPr>
        <p:spPr bwMode="auto">
          <a:xfrm rot="16200000" flipH="1">
            <a:off x="2900120" y="3370604"/>
            <a:ext cx="429012" cy="441012"/>
          </a:xfrm>
          <a:prstGeom prst="curvedConnector3">
            <a:avLst>
              <a:gd name="adj1" fmla="val 35662"/>
            </a:avLst>
          </a:prstGeom>
          <a:noFill/>
          <a:ln w="317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47" name="Line 39"/>
          <p:cNvSpPr>
            <a:spLocks noChangeShapeType="1"/>
          </p:cNvSpPr>
          <p:nvPr/>
        </p:nvSpPr>
        <p:spPr bwMode="auto">
          <a:xfrm>
            <a:off x="8244764" y="5580808"/>
            <a:ext cx="576016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29"/>
          <p:cNvSpPr>
            <a:spLocks noChangeArrowheads="1"/>
          </p:cNvSpPr>
          <p:nvPr/>
        </p:nvSpPr>
        <p:spPr bwMode="auto">
          <a:xfrm>
            <a:off x="8860178" y="5484898"/>
            <a:ext cx="1656045" cy="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b"/>
          <a:lstStyle/>
          <a:p>
            <a:pPr algn="l">
              <a:spcBef>
                <a:spcPct val="50000"/>
              </a:spcBef>
            </a:pPr>
            <a:r>
              <a:rPr lang="en-US" sz="945" dirty="0"/>
              <a:t>Driver from outside the bus</a:t>
            </a:r>
          </a:p>
          <a:p>
            <a:pPr algn="l">
              <a:spcBef>
                <a:spcPct val="50000"/>
              </a:spcBef>
            </a:pPr>
            <a:r>
              <a:rPr lang="en-US" sz="945" dirty="0"/>
              <a:t>Driver internal to the bus</a:t>
            </a:r>
          </a:p>
        </p:txBody>
      </p:sp>
      <p:sp>
        <p:nvSpPr>
          <p:cNvPr id="49" name="Line 41"/>
          <p:cNvSpPr>
            <a:spLocks noChangeShapeType="1"/>
          </p:cNvSpPr>
          <p:nvPr/>
        </p:nvSpPr>
        <p:spPr bwMode="auto">
          <a:xfrm>
            <a:off x="8244764" y="5795916"/>
            <a:ext cx="576016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0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latin typeface="Arial" panose="020B0604020202020204" pitchFamily="34" charset="0"/>
              </a:rPr>
              <a:t>Spacecraft Bus Functions and Subsystems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493921" y="5566823"/>
            <a:ext cx="7892862" cy="335989"/>
          </a:xfrm>
          <a:prstGeom prst="rect">
            <a:avLst/>
          </a:prstGeom>
          <a:solidFill>
            <a:srgbClr val="FFFF00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marL="360007" indent="-360007" algn="ctr" eaLnBrk="0" hangingPunct="0">
              <a:lnSpc>
                <a:spcPts val="1890"/>
              </a:lnSpc>
              <a:buClr>
                <a:schemeClr val="bg2"/>
              </a:buClr>
            </a:pPr>
            <a:r>
              <a:rPr lang="en-US" sz="1512" dirty="0"/>
              <a:t>Remember: users want </a:t>
            </a:r>
            <a:r>
              <a:rPr lang="en-US" sz="1512" b="1" dirty="0">
                <a:solidFill>
                  <a:srgbClr val="FF0000"/>
                </a:solidFill>
              </a:rPr>
              <a:t>functions</a:t>
            </a:r>
            <a:r>
              <a:rPr lang="en-US" sz="1512" dirty="0"/>
              <a:t>, NOT subsystems !</a:t>
            </a:r>
            <a:r>
              <a:rPr lang="en-US" sz="1323" dirty="0"/>
              <a:t> </a:t>
            </a:r>
            <a:endParaRPr lang="en-US" sz="1323" b="1" dirty="0"/>
          </a:p>
        </p:txBody>
      </p:sp>
      <p:graphicFrame>
        <p:nvGraphicFramePr>
          <p:cNvPr id="10" name="Group 4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67476"/>
              </p:ext>
            </p:extLst>
          </p:nvPr>
        </p:nvGraphicFramePr>
        <p:xfrm>
          <a:off x="2493570" y="1308503"/>
          <a:ext cx="7893213" cy="4181495"/>
        </p:xfrm>
        <a:graphic>
          <a:graphicData uri="http://schemas.openxmlformats.org/drawingml/2006/table">
            <a:tbl>
              <a:tblPr/>
              <a:tblGrid>
                <a:gridCol w="4662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4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Function</a:t>
                      </a:r>
                    </a:p>
                  </a:txBody>
                  <a:tcPr marL="86402" marR="86402" marT="43201" marB="43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Subsystem</a:t>
                      </a:r>
                    </a:p>
                  </a:txBody>
                  <a:tcPr marL="86402" marR="86402" marT="43201" marB="43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Determine and control attitude</a:t>
                      </a:r>
                    </a:p>
                  </a:txBody>
                  <a:tcPr marL="86402" marR="86402" marT="43201" marB="43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FB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Attitude Determination &amp; Control System (ADCS)</a:t>
                      </a:r>
                    </a:p>
                  </a:txBody>
                  <a:tcPr marL="86402" marR="86402" marT="43201" marB="43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F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Determine and control orbit</a:t>
                      </a:r>
                    </a:p>
                  </a:txBody>
                  <a:tcPr marL="86402" marR="86402" marT="43201" marB="43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Guidance, navigation, control (GNC)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Propulsion (Prop) </a:t>
                      </a:r>
                    </a:p>
                  </a:txBody>
                  <a:tcPr marL="86402" marR="86402" marT="43201" marB="43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4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Provide structural integrity and support launch vehicle interface</a:t>
                      </a:r>
                    </a:p>
                  </a:txBody>
                  <a:tcPr marL="86402" marR="86402" marT="43201" marB="43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FB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Structures and mechanisms</a:t>
                      </a:r>
                    </a:p>
                  </a:txBody>
                  <a:tcPr marL="86402" marR="86402" marT="43201" marB="43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F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5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Provide, store, distribute and control electrical power </a:t>
                      </a:r>
                    </a:p>
                  </a:txBody>
                  <a:tcPr marL="86402" marR="86402" marT="43201" marB="43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Electrical Power System (EPS)</a:t>
                      </a:r>
                    </a:p>
                  </a:txBody>
                  <a:tcPr marL="86402" marR="86402" marT="43201" marB="43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4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Maintain all bus and payload components within their required temperature limits for each mission phase</a:t>
                      </a:r>
                    </a:p>
                  </a:txBody>
                  <a:tcPr marL="86402" marR="86402" marT="43201" marB="43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FB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Thermal Control System (TCS)</a:t>
                      </a:r>
                    </a:p>
                  </a:txBody>
                  <a:tcPr marL="86402" marR="86402" marT="43201" marB="43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F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44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Receive, validate, decode and distribute commands to other subsystems and gather, process, and format housekeeping and payload data for downlink </a:t>
                      </a:r>
                    </a:p>
                  </a:txBody>
                  <a:tcPr marL="86402" marR="86402" marT="43201" marB="43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Command &amp; Data Handling System (C&amp;DH), or On-Board Data Handling System (OBDH)</a:t>
                      </a:r>
                    </a:p>
                  </a:txBody>
                  <a:tcPr marL="86402" marR="86402" marT="43201" marB="43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Provide the interface between the spacecraft and other systems </a:t>
                      </a:r>
                    </a:p>
                  </a:txBody>
                  <a:tcPr marL="86402" marR="86402" marT="43201" marB="43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FB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Telecommunications (TC), or Telemetry, Tracking, &amp; Command (TT&amp;C)</a:t>
                      </a:r>
                    </a:p>
                  </a:txBody>
                  <a:tcPr marL="86402" marR="86402" marT="43201" marB="43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F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56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2"/>
          <p:cNvSpPr>
            <a:spLocks noChangeArrowheads="1"/>
          </p:cNvSpPr>
          <p:nvPr/>
        </p:nvSpPr>
        <p:spPr bwMode="auto">
          <a:xfrm>
            <a:off x="3777128" y="1276332"/>
            <a:ext cx="5103138" cy="3673599"/>
          </a:xfrm>
          <a:prstGeom prst="ellipse">
            <a:avLst/>
          </a:prstGeom>
          <a:solidFill>
            <a:srgbClr val="CCFFCC"/>
          </a:solidFill>
          <a:ln w="317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4458146" y="1615341"/>
            <a:ext cx="1699546" cy="817522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Determine and 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control attitude</a:t>
            </a: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6498319" y="1615341"/>
            <a:ext cx="1632044" cy="817522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Process data</a:t>
            </a: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4050134" y="2432863"/>
            <a:ext cx="1862167" cy="816772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Provide structural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integrity</a:t>
            </a: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7113218" y="2498864"/>
            <a:ext cx="1632044" cy="817523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Communicate</a:t>
            </a: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5478173" y="4064906"/>
            <a:ext cx="1632044" cy="817523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/>
              <a:t>Provide power</a:t>
            </a: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4322842" y="3316387"/>
            <a:ext cx="1767348" cy="817522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Determine and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control orbit</a:t>
            </a:r>
          </a:p>
        </p:txBody>
      </p:sp>
      <p:sp>
        <p:nvSpPr>
          <p:cNvPr id="22" name="Oval 11"/>
          <p:cNvSpPr>
            <a:spLocks noChangeArrowheads="1"/>
          </p:cNvSpPr>
          <p:nvPr/>
        </p:nvSpPr>
        <p:spPr bwMode="auto">
          <a:xfrm>
            <a:off x="6636203" y="3383888"/>
            <a:ext cx="1870050" cy="817523"/>
          </a:xfrm>
          <a:prstGeom prst="ellipse">
            <a:avLst/>
          </a:prstGeom>
          <a:solidFill>
            <a:srgbClr val="FFFF99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Maintain allowed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temperatures</a:t>
            </a:r>
          </a:p>
        </p:txBody>
      </p:sp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1581801" y="9247"/>
            <a:ext cx="7237696" cy="718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latin typeface="Arial" panose="020B0604020202020204" pitchFamily="34" charset="0"/>
              </a:rPr>
              <a:t>Spacecraft Bus Functions…</a:t>
            </a:r>
            <a:endParaRPr lang="nl-NL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132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2"/>
          <p:cNvSpPr>
            <a:spLocks noChangeArrowheads="1"/>
          </p:cNvSpPr>
          <p:nvPr/>
        </p:nvSpPr>
        <p:spPr bwMode="auto">
          <a:xfrm>
            <a:off x="3777128" y="1285297"/>
            <a:ext cx="5103138" cy="3673599"/>
          </a:xfrm>
          <a:prstGeom prst="ellipse">
            <a:avLst/>
          </a:prstGeom>
          <a:solidFill>
            <a:srgbClr val="CCFFCC"/>
          </a:solidFill>
          <a:ln w="317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0" rIns="0" anchor="ctr"/>
          <a:lstStyle/>
          <a:p>
            <a:pPr algn="ctr" fontAlgn="ctr"/>
            <a:endParaRPr lang="nl-NL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4458146" y="1624306"/>
            <a:ext cx="1699546" cy="817522"/>
          </a:xfrm>
          <a:prstGeom prst="ellipse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2268" dirty="0"/>
              <a:t>ADCS</a:t>
            </a: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6498319" y="1624306"/>
            <a:ext cx="1632044" cy="817522"/>
          </a:xfrm>
          <a:prstGeom prst="ellipse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2268" dirty="0"/>
              <a:t>C&amp;DH</a:t>
            </a: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4050134" y="2441828"/>
            <a:ext cx="1862167" cy="816772"/>
          </a:xfrm>
          <a:prstGeom prst="ellipse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1606" dirty="0"/>
              <a:t>Structures and</a:t>
            </a:r>
          </a:p>
          <a:p>
            <a:pPr algn="ctr">
              <a:spcBef>
                <a:spcPct val="20000"/>
              </a:spcBef>
            </a:pPr>
            <a:r>
              <a:rPr lang="en-US" sz="1606" dirty="0"/>
              <a:t>Mechanisms</a:t>
            </a: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7113218" y="2507829"/>
            <a:ext cx="1632044" cy="817523"/>
          </a:xfrm>
          <a:prstGeom prst="ellipse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2268" dirty="0"/>
              <a:t>TC</a:t>
            </a: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5478173" y="4073871"/>
            <a:ext cx="1632044" cy="817523"/>
          </a:xfrm>
          <a:prstGeom prst="ellipse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2268" dirty="0"/>
              <a:t>EPS</a:t>
            </a: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4322842" y="3325352"/>
            <a:ext cx="1767348" cy="817522"/>
          </a:xfrm>
          <a:prstGeom prst="ellipse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ts val="0"/>
              </a:spcBef>
            </a:pPr>
            <a:r>
              <a:rPr lang="en-US" sz="2268" dirty="0"/>
              <a:t>GNC</a:t>
            </a:r>
          </a:p>
          <a:p>
            <a:pPr algn="ctr">
              <a:spcBef>
                <a:spcPts val="0"/>
              </a:spcBef>
            </a:pPr>
            <a:r>
              <a:rPr lang="en-US" sz="2268" dirty="0"/>
              <a:t>Prop</a:t>
            </a:r>
          </a:p>
        </p:txBody>
      </p:sp>
      <p:sp>
        <p:nvSpPr>
          <p:cNvPr id="22" name="Oval 11"/>
          <p:cNvSpPr>
            <a:spLocks noChangeArrowheads="1"/>
          </p:cNvSpPr>
          <p:nvPr/>
        </p:nvSpPr>
        <p:spPr bwMode="auto">
          <a:xfrm>
            <a:off x="6636203" y="3392853"/>
            <a:ext cx="1870050" cy="817523"/>
          </a:xfrm>
          <a:prstGeom prst="ellipse">
            <a:avLst/>
          </a:prstGeom>
          <a:solidFill>
            <a:srgbClr val="FFC000"/>
          </a:solidFill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wrap="none" lIns="0" rIns="0" anchor="ctr"/>
          <a:lstStyle/>
          <a:p>
            <a:pPr algn="ctr">
              <a:spcBef>
                <a:spcPct val="20000"/>
              </a:spcBef>
            </a:pPr>
            <a:r>
              <a:rPr lang="en-US" sz="2268" dirty="0"/>
              <a:t>TCS</a:t>
            </a:r>
          </a:p>
        </p:txBody>
      </p:sp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1590767" y="9249"/>
            <a:ext cx="7237696" cy="718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latin typeface="Arial" panose="020B0604020202020204" pitchFamily="34" charset="0"/>
              </a:rPr>
              <a:t>…and Subsystems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51" name="Rectangle 29"/>
          <p:cNvSpPr>
            <a:spLocks noChangeArrowheads="1"/>
          </p:cNvSpPr>
          <p:nvPr/>
        </p:nvSpPr>
        <p:spPr bwMode="auto">
          <a:xfrm>
            <a:off x="3353407" y="5251653"/>
            <a:ext cx="3207573" cy="109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 anchorCtr="0"/>
          <a:lstStyle/>
          <a:p>
            <a:pPr algn="l">
              <a:spcBef>
                <a:spcPct val="50000"/>
              </a:spcBef>
            </a:pPr>
            <a:r>
              <a:rPr lang="en-US" sz="1134" dirty="0"/>
              <a:t>ADCS = Attitude Determination &amp; Control System</a:t>
            </a:r>
          </a:p>
          <a:p>
            <a:pPr algn="l">
              <a:spcBef>
                <a:spcPct val="50000"/>
              </a:spcBef>
            </a:pPr>
            <a:r>
              <a:rPr lang="en-US" sz="1134" dirty="0"/>
              <a:t>GNC = Guidance, Navigation and Control</a:t>
            </a:r>
          </a:p>
          <a:p>
            <a:pPr algn="l">
              <a:spcBef>
                <a:spcPct val="50000"/>
              </a:spcBef>
            </a:pPr>
            <a:r>
              <a:rPr lang="en-US" sz="1134" dirty="0"/>
              <a:t>Prop = Propulsion System</a:t>
            </a:r>
          </a:p>
          <a:p>
            <a:pPr algn="l">
              <a:spcBef>
                <a:spcPct val="50000"/>
              </a:spcBef>
            </a:pPr>
            <a:r>
              <a:rPr lang="en-US" sz="1134" dirty="0"/>
              <a:t>EPS = Electrical Power System</a:t>
            </a:r>
          </a:p>
        </p:txBody>
      </p:sp>
      <p:sp>
        <p:nvSpPr>
          <p:cNvPr id="52" name="Rectangle 29"/>
          <p:cNvSpPr>
            <a:spLocks noChangeArrowheads="1"/>
          </p:cNvSpPr>
          <p:nvPr/>
        </p:nvSpPr>
        <p:spPr bwMode="auto">
          <a:xfrm>
            <a:off x="6679251" y="5251653"/>
            <a:ext cx="3129881" cy="109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 anchorCtr="0"/>
          <a:lstStyle/>
          <a:p>
            <a:pPr algn="l">
              <a:spcBef>
                <a:spcPct val="50000"/>
              </a:spcBef>
            </a:pPr>
            <a:r>
              <a:rPr lang="en-US" sz="1134" dirty="0"/>
              <a:t>TCS = Thermal Control System</a:t>
            </a:r>
          </a:p>
          <a:p>
            <a:pPr algn="l">
              <a:spcBef>
                <a:spcPct val="50000"/>
              </a:spcBef>
            </a:pPr>
            <a:r>
              <a:rPr lang="en-US" sz="1134" dirty="0"/>
              <a:t>C&amp;DH = Command &amp; Data Handling System</a:t>
            </a:r>
          </a:p>
          <a:p>
            <a:pPr algn="l">
              <a:spcBef>
                <a:spcPct val="50000"/>
              </a:spcBef>
            </a:pPr>
            <a:r>
              <a:rPr lang="en-US" sz="1134" dirty="0"/>
              <a:t>TC = Telecommunications System</a:t>
            </a:r>
          </a:p>
          <a:p>
            <a:pPr algn="l">
              <a:spcBef>
                <a:spcPct val="50000"/>
              </a:spcBef>
            </a:pPr>
            <a:endParaRPr lang="en-US" sz="1134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271327" y="5232517"/>
            <a:ext cx="6273229" cy="10914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402" tIns="43201" rIns="86402" bIns="43201" numCol="1" rtlCol="0" anchor="t" anchorCtr="0" compatLnSpc="1">
            <a:prstTxWarp prst="textNoShape">
              <a:avLst/>
            </a:prstTxWarp>
          </a:bodyPr>
          <a:lstStyle/>
          <a:p>
            <a:pPr algn="r" defTabSz="864017"/>
            <a:endParaRPr lang="nl-NL" sz="2079">
              <a:latin typeface="Tahoma" pitchFamily="34" charset="0"/>
            </a:endParaRPr>
          </a:p>
        </p:txBody>
      </p:sp>
      <p:sp>
        <p:nvSpPr>
          <p:cNvPr id="53" name="Freeform 4"/>
          <p:cNvSpPr>
            <a:spLocks/>
          </p:cNvSpPr>
          <p:nvPr/>
        </p:nvSpPr>
        <p:spPr bwMode="auto">
          <a:xfrm>
            <a:off x="4491675" y="1674239"/>
            <a:ext cx="663176" cy="667673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54" name="Freeform 4"/>
          <p:cNvSpPr>
            <a:spLocks/>
          </p:cNvSpPr>
          <p:nvPr/>
        </p:nvSpPr>
        <p:spPr bwMode="auto">
          <a:xfrm>
            <a:off x="7238612" y="2558207"/>
            <a:ext cx="663176" cy="667673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55" name="Freeform 4"/>
          <p:cNvSpPr>
            <a:spLocks/>
          </p:cNvSpPr>
          <p:nvPr/>
        </p:nvSpPr>
        <p:spPr bwMode="auto">
          <a:xfrm>
            <a:off x="4419875" y="3464327"/>
            <a:ext cx="663176" cy="667673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56" name="Freeform 4"/>
          <p:cNvSpPr>
            <a:spLocks/>
          </p:cNvSpPr>
          <p:nvPr/>
        </p:nvSpPr>
        <p:spPr bwMode="auto">
          <a:xfrm>
            <a:off x="5524409" y="4115419"/>
            <a:ext cx="663176" cy="667673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57" name="Freeform 4"/>
          <p:cNvSpPr>
            <a:spLocks/>
          </p:cNvSpPr>
          <p:nvPr/>
        </p:nvSpPr>
        <p:spPr bwMode="auto">
          <a:xfrm>
            <a:off x="2349786" y="2219474"/>
            <a:ext cx="663176" cy="667673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58" name="Freeform 4"/>
          <p:cNvSpPr>
            <a:spLocks/>
          </p:cNvSpPr>
          <p:nvPr/>
        </p:nvSpPr>
        <p:spPr bwMode="auto">
          <a:xfrm>
            <a:off x="10234932" y="2215909"/>
            <a:ext cx="663176" cy="667673"/>
          </a:xfrm>
          <a:custGeom>
            <a:avLst/>
            <a:gdLst>
              <a:gd name="T0" fmla="*/ 2147483647 w 711"/>
              <a:gd name="T1" fmla="*/ 2147483647 h 748"/>
              <a:gd name="T2" fmla="*/ 2147483647 w 711"/>
              <a:gd name="T3" fmla="*/ 2147483647 h 748"/>
              <a:gd name="T4" fmla="*/ 2147483647 w 711"/>
              <a:gd name="T5" fmla="*/ 2147483647 h 748"/>
              <a:gd name="T6" fmla="*/ 2147483647 w 711"/>
              <a:gd name="T7" fmla="*/ 2147483647 h 748"/>
              <a:gd name="T8" fmla="*/ 2147483647 w 711"/>
              <a:gd name="T9" fmla="*/ 2147483647 h 748"/>
              <a:gd name="T10" fmla="*/ 2147483647 w 711"/>
              <a:gd name="T11" fmla="*/ 2147483647 h 748"/>
              <a:gd name="T12" fmla="*/ 2147483647 w 711"/>
              <a:gd name="T13" fmla="*/ 2147483647 h 748"/>
              <a:gd name="T14" fmla="*/ 2147483647 w 711"/>
              <a:gd name="T15" fmla="*/ 2147483647 h 748"/>
              <a:gd name="T16" fmla="*/ 2147483647 w 711"/>
              <a:gd name="T17" fmla="*/ 2147483647 h 748"/>
              <a:gd name="T18" fmla="*/ 2147483647 w 711"/>
              <a:gd name="T19" fmla="*/ 2147483647 h 748"/>
              <a:gd name="T20" fmla="*/ 2147483647 w 711"/>
              <a:gd name="T21" fmla="*/ 2147483647 h 748"/>
              <a:gd name="T22" fmla="*/ 2147483647 w 711"/>
              <a:gd name="T23" fmla="*/ 2147483647 h 748"/>
              <a:gd name="T24" fmla="*/ 2147483647 w 711"/>
              <a:gd name="T25" fmla="*/ 2147483647 h 748"/>
              <a:gd name="T26" fmla="*/ 2147483647 w 711"/>
              <a:gd name="T27" fmla="*/ 2147483647 h 748"/>
              <a:gd name="T28" fmla="*/ 2147483647 w 711"/>
              <a:gd name="T29" fmla="*/ 2147483647 h 748"/>
              <a:gd name="T30" fmla="*/ 2147483647 w 711"/>
              <a:gd name="T31" fmla="*/ 2147483647 h 748"/>
              <a:gd name="T32" fmla="*/ 2147483647 w 711"/>
              <a:gd name="T33" fmla="*/ 2147483647 h 748"/>
              <a:gd name="T34" fmla="*/ 2147483647 w 711"/>
              <a:gd name="T35" fmla="*/ 2147483647 h 748"/>
              <a:gd name="T36" fmla="*/ 2147483647 w 711"/>
              <a:gd name="T37" fmla="*/ 2147483647 h 748"/>
              <a:gd name="T38" fmla="*/ 2147483647 w 711"/>
              <a:gd name="T39" fmla="*/ 2147483647 h 748"/>
              <a:gd name="T40" fmla="*/ 2147483647 w 711"/>
              <a:gd name="T41" fmla="*/ 2147483647 h 748"/>
              <a:gd name="T42" fmla="*/ 2147483647 w 711"/>
              <a:gd name="T43" fmla="*/ 2147483647 h 748"/>
              <a:gd name="T44" fmla="*/ 0 w 711"/>
              <a:gd name="T45" fmla="*/ 2147483647 h 748"/>
              <a:gd name="T46" fmla="*/ 2147483647 w 711"/>
              <a:gd name="T47" fmla="*/ 2147483647 h 748"/>
              <a:gd name="T48" fmla="*/ 2147483647 w 711"/>
              <a:gd name="T49" fmla="*/ 2147483647 h 748"/>
              <a:gd name="T50" fmla="*/ 2147483647 w 711"/>
              <a:gd name="T51" fmla="*/ 2147483647 h 748"/>
              <a:gd name="T52" fmla="*/ 2147483647 w 711"/>
              <a:gd name="T53" fmla="*/ 2147483647 h 748"/>
              <a:gd name="T54" fmla="*/ 2147483647 w 711"/>
              <a:gd name="T55" fmla="*/ 2147483647 h 748"/>
              <a:gd name="T56" fmla="*/ 2147483647 w 711"/>
              <a:gd name="T57" fmla="*/ 2147483647 h 748"/>
              <a:gd name="T58" fmla="*/ 2147483647 w 711"/>
              <a:gd name="T59" fmla="*/ 2147483647 h 748"/>
              <a:gd name="T60" fmla="*/ 2147483647 w 711"/>
              <a:gd name="T61" fmla="*/ 2147483647 h 748"/>
              <a:gd name="T62" fmla="*/ 2147483647 w 711"/>
              <a:gd name="T63" fmla="*/ 2147483647 h 748"/>
              <a:gd name="T64" fmla="*/ 2147483647 w 711"/>
              <a:gd name="T65" fmla="*/ 2147483647 h 748"/>
              <a:gd name="T66" fmla="*/ 2147483647 w 711"/>
              <a:gd name="T67" fmla="*/ 2147483647 h 748"/>
              <a:gd name="T68" fmla="*/ 2147483647 w 711"/>
              <a:gd name="T69" fmla="*/ 2147483647 h 748"/>
              <a:gd name="T70" fmla="*/ 2147483647 w 711"/>
              <a:gd name="T71" fmla="*/ 2147483647 h 748"/>
              <a:gd name="T72" fmla="*/ 2147483647 w 711"/>
              <a:gd name="T73" fmla="*/ 2147483647 h 748"/>
              <a:gd name="T74" fmla="*/ 2147483647 w 711"/>
              <a:gd name="T75" fmla="*/ 2147483647 h 748"/>
              <a:gd name="T76" fmla="*/ 2147483647 w 711"/>
              <a:gd name="T77" fmla="*/ 2147483647 h 748"/>
              <a:gd name="T78" fmla="*/ 2147483647 w 711"/>
              <a:gd name="T79" fmla="*/ 2147483647 h 748"/>
              <a:gd name="T80" fmla="*/ 2147483647 w 711"/>
              <a:gd name="T81" fmla="*/ 2147483647 h 748"/>
              <a:gd name="T82" fmla="*/ 2147483647 w 711"/>
              <a:gd name="T83" fmla="*/ 2147483647 h 748"/>
              <a:gd name="T84" fmla="*/ 2147483647 w 711"/>
              <a:gd name="T85" fmla="*/ 2147483647 h 748"/>
              <a:gd name="T86" fmla="*/ 2147483647 w 711"/>
              <a:gd name="T87" fmla="*/ 2147483647 h 748"/>
              <a:gd name="T88" fmla="*/ 2147483647 w 711"/>
              <a:gd name="T89" fmla="*/ 2147483647 h 748"/>
              <a:gd name="T90" fmla="*/ 2147483647 w 711"/>
              <a:gd name="T91" fmla="*/ 2147483647 h 748"/>
              <a:gd name="T92" fmla="*/ 2147483647 w 711"/>
              <a:gd name="T93" fmla="*/ 2147483647 h 748"/>
              <a:gd name="T94" fmla="*/ 2147483647 w 711"/>
              <a:gd name="T95" fmla="*/ 2147483647 h 748"/>
              <a:gd name="T96" fmla="*/ 2147483647 w 711"/>
              <a:gd name="T97" fmla="*/ 2147483647 h 748"/>
              <a:gd name="T98" fmla="*/ 2147483647 w 711"/>
              <a:gd name="T99" fmla="*/ 2147483647 h 748"/>
              <a:gd name="T100" fmla="*/ 2147483647 w 711"/>
              <a:gd name="T101" fmla="*/ 2147483647 h 748"/>
              <a:gd name="T102" fmla="*/ 2147483647 w 711"/>
              <a:gd name="T103" fmla="*/ 2147483647 h 748"/>
              <a:gd name="T104" fmla="*/ 2147483647 w 711"/>
              <a:gd name="T105" fmla="*/ 2147483647 h 748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711"/>
              <a:gd name="T160" fmla="*/ 0 h 748"/>
              <a:gd name="T161" fmla="*/ 711 w 711"/>
              <a:gd name="T162" fmla="*/ 748 h 748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711" h="748">
                <a:moveTo>
                  <a:pt x="711" y="18"/>
                </a:moveTo>
                <a:lnTo>
                  <a:pt x="711" y="18"/>
                </a:lnTo>
                <a:lnTo>
                  <a:pt x="646" y="92"/>
                </a:lnTo>
                <a:lnTo>
                  <a:pt x="584" y="167"/>
                </a:lnTo>
                <a:lnTo>
                  <a:pt x="523" y="245"/>
                </a:lnTo>
                <a:lnTo>
                  <a:pt x="463" y="323"/>
                </a:lnTo>
                <a:lnTo>
                  <a:pt x="407" y="403"/>
                </a:lnTo>
                <a:lnTo>
                  <a:pt x="353" y="483"/>
                </a:lnTo>
                <a:lnTo>
                  <a:pt x="301" y="564"/>
                </a:lnTo>
                <a:lnTo>
                  <a:pt x="251" y="647"/>
                </a:lnTo>
                <a:lnTo>
                  <a:pt x="234" y="680"/>
                </a:lnTo>
                <a:lnTo>
                  <a:pt x="225" y="697"/>
                </a:lnTo>
                <a:lnTo>
                  <a:pt x="214" y="710"/>
                </a:lnTo>
                <a:lnTo>
                  <a:pt x="204" y="722"/>
                </a:lnTo>
                <a:lnTo>
                  <a:pt x="194" y="731"/>
                </a:lnTo>
                <a:lnTo>
                  <a:pt x="181" y="738"/>
                </a:lnTo>
                <a:lnTo>
                  <a:pt x="168" y="744"/>
                </a:lnTo>
                <a:lnTo>
                  <a:pt x="153" y="746"/>
                </a:lnTo>
                <a:lnTo>
                  <a:pt x="139" y="748"/>
                </a:lnTo>
                <a:lnTo>
                  <a:pt x="126" y="746"/>
                </a:lnTo>
                <a:lnTo>
                  <a:pt x="114" y="745"/>
                </a:lnTo>
                <a:lnTo>
                  <a:pt x="105" y="742"/>
                </a:lnTo>
                <a:lnTo>
                  <a:pt x="96" y="740"/>
                </a:lnTo>
                <a:lnTo>
                  <a:pt x="87" y="735"/>
                </a:lnTo>
                <a:lnTo>
                  <a:pt x="79" y="729"/>
                </a:lnTo>
                <a:lnTo>
                  <a:pt x="72" y="722"/>
                </a:lnTo>
                <a:lnTo>
                  <a:pt x="65" y="713"/>
                </a:lnTo>
                <a:lnTo>
                  <a:pt x="59" y="705"/>
                </a:lnTo>
                <a:lnTo>
                  <a:pt x="54" y="694"/>
                </a:lnTo>
                <a:lnTo>
                  <a:pt x="43" y="670"/>
                </a:lnTo>
                <a:lnTo>
                  <a:pt x="32" y="637"/>
                </a:lnTo>
                <a:lnTo>
                  <a:pt x="19" y="593"/>
                </a:lnTo>
                <a:lnTo>
                  <a:pt x="17" y="586"/>
                </a:lnTo>
                <a:lnTo>
                  <a:pt x="6" y="539"/>
                </a:lnTo>
                <a:lnTo>
                  <a:pt x="2" y="525"/>
                </a:lnTo>
                <a:lnTo>
                  <a:pt x="0" y="514"/>
                </a:lnTo>
                <a:lnTo>
                  <a:pt x="2" y="507"/>
                </a:lnTo>
                <a:lnTo>
                  <a:pt x="3" y="500"/>
                </a:lnTo>
                <a:lnTo>
                  <a:pt x="6" y="494"/>
                </a:lnTo>
                <a:lnTo>
                  <a:pt x="10" y="486"/>
                </a:lnTo>
                <a:lnTo>
                  <a:pt x="15" y="479"/>
                </a:lnTo>
                <a:lnTo>
                  <a:pt x="20" y="473"/>
                </a:lnTo>
                <a:lnTo>
                  <a:pt x="26" y="468"/>
                </a:lnTo>
                <a:lnTo>
                  <a:pt x="35" y="461"/>
                </a:lnTo>
                <a:lnTo>
                  <a:pt x="52" y="451"/>
                </a:lnTo>
                <a:lnTo>
                  <a:pt x="69" y="443"/>
                </a:lnTo>
                <a:lnTo>
                  <a:pt x="86" y="438"/>
                </a:lnTo>
                <a:lnTo>
                  <a:pt x="102" y="437"/>
                </a:lnTo>
                <a:lnTo>
                  <a:pt x="107" y="437"/>
                </a:lnTo>
                <a:lnTo>
                  <a:pt x="112" y="438"/>
                </a:lnTo>
                <a:lnTo>
                  <a:pt x="116" y="441"/>
                </a:lnTo>
                <a:lnTo>
                  <a:pt x="120" y="443"/>
                </a:lnTo>
                <a:lnTo>
                  <a:pt x="122" y="447"/>
                </a:lnTo>
                <a:lnTo>
                  <a:pt x="126" y="453"/>
                </a:lnTo>
                <a:lnTo>
                  <a:pt x="135" y="470"/>
                </a:lnTo>
                <a:lnTo>
                  <a:pt x="147" y="505"/>
                </a:lnTo>
                <a:lnTo>
                  <a:pt x="156" y="526"/>
                </a:lnTo>
                <a:lnTo>
                  <a:pt x="164" y="542"/>
                </a:lnTo>
                <a:lnTo>
                  <a:pt x="166" y="547"/>
                </a:lnTo>
                <a:lnTo>
                  <a:pt x="170" y="551"/>
                </a:lnTo>
                <a:lnTo>
                  <a:pt x="174" y="553"/>
                </a:lnTo>
                <a:lnTo>
                  <a:pt x="177" y="555"/>
                </a:lnTo>
                <a:lnTo>
                  <a:pt x="181" y="552"/>
                </a:lnTo>
                <a:lnTo>
                  <a:pt x="186" y="547"/>
                </a:lnTo>
                <a:lnTo>
                  <a:pt x="201" y="526"/>
                </a:lnTo>
                <a:lnTo>
                  <a:pt x="226" y="491"/>
                </a:lnTo>
                <a:lnTo>
                  <a:pt x="257" y="442"/>
                </a:lnTo>
                <a:lnTo>
                  <a:pt x="319" y="345"/>
                </a:lnTo>
                <a:lnTo>
                  <a:pt x="372" y="263"/>
                </a:lnTo>
                <a:lnTo>
                  <a:pt x="433" y="176"/>
                </a:lnTo>
                <a:lnTo>
                  <a:pt x="457" y="143"/>
                </a:lnTo>
                <a:lnTo>
                  <a:pt x="476" y="117"/>
                </a:lnTo>
                <a:lnTo>
                  <a:pt x="493" y="95"/>
                </a:lnTo>
                <a:lnTo>
                  <a:pt x="510" y="76"/>
                </a:lnTo>
                <a:lnTo>
                  <a:pt x="525" y="61"/>
                </a:lnTo>
                <a:lnTo>
                  <a:pt x="541" y="48"/>
                </a:lnTo>
                <a:lnTo>
                  <a:pt x="554" y="38"/>
                </a:lnTo>
                <a:lnTo>
                  <a:pt x="569" y="30"/>
                </a:lnTo>
                <a:lnTo>
                  <a:pt x="586" y="22"/>
                </a:lnTo>
                <a:lnTo>
                  <a:pt x="604" y="16"/>
                </a:lnTo>
                <a:lnTo>
                  <a:pt x="625" y="10"/>
                </a:lnTo>
                <a:lnTo>
                  <a:pt x="648" y="5"/>
                </a:lnTo>
                <a:lnTo>
                  <a:pt x="676" y="3"/>
                </a:lnTo>
                <a:lnTo>
                  <a:pt x="704" y="0"/>
                </a:lnTo>
                <a:lnTo>
                  <a:pt x="711" y="18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fontAlgn="ctr"/>
            <a:endParaRPr lang="nl-NL"/>
          </a:p>
        </p:txBody>
      </p:sp>
      <p:sp>
        <p:nvSpPr>
          <p:cNvPr id="59" name="Rectangle 4"/>
          <p:cNvSpPr>
            <a:spLocks noChangeArrowheads="1"/>
          </p:cNvSpPr>
          <p:nvPr/>
        </p:nvSpPr>
        <p:spPr bwMode="auto">
          <a:xfrm>
            <a:off x="1686200" y="2933118"/>
            <a:ext cx="1803049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marL="216004" indent="-216004">
              <a:spcBef>
                <a:spcPct val="20000"/>
              </a:spcBef>
            </a:pPr>
            <a:r>
              <a:rPr lang="en-US" sz="1890" dirty="0"/>
              <a:t>This course</a:t>
            </a: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9571346" y="2932486"/>
            <a:ext cx="1803049" cy="895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marL="216004" indent="-216004">
              <a:spcBef>
                <a:spcPct val="20000"/>
              </a:spcBef>
            </a:pPr>
            <a:r>
              <a:rPr lang="en-US" sz="1890" dirty="0"/>
              <a:t>AE2230-II</a:t>
            </a:r>
          </a:p>
          <a:p>
            <a:pPr>
              <a:spcBef>
                <a:spcPct val="20000"/>
              </a:spcBef>
            </a:pPr>
            <a:r>
              <a:rPr lang="en-US" sz="1512" dirty="0"/>
              <a:t>Propulsion &amp; Power (3</a:t>
            </a:r>
            <a:r>
              <a:rPr lang="en-US" sz="1512" baseline="30000" dirty="0"/>
              <a:t>rd</a:t>
            </a:r>
            <a:r>
              <a:rPr lang="en-US" sz="1512" dirty="0"/>
              <a:t> period)</a:t>
            </a:r>
          </a:p>
        </p:txBody>
      </p:sp>
    </p:spTree>
    <p:extLst>
      <p:ext uri="{BB962C8B-B14F-4D97-AF65-F5344CB8AC3E}">
        <p14:creationId xmlns:p14="http://schemas.microsoft.com/office/powerpoint/2010/main" val="76963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/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1581803" y="9248"/>
            <a:ext cx="7237696" cy="718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latin typeface="Arial" panose="020B0604020202020204" pitchFamily="34" charset="0"/>
              </a:rPr>
              <a:t>Why Systems Engineering?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247363" y="1088062"/>
            <a:ext cx="7630706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To avoid situations like this…</a:t>
            </a:r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884" y="1651933"/>
            <a:ext cx="5685599" cy="4315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29"/>
          <p:cNvSpPr>
            <a:spLocks noChangeArrowheads="1"/>
          </p:cNvSpPr>
          <p:nvPr/>
        </p:nvSpPr>
        <p:spPr bwMode="auto">
          <a:xfrm>
            <a:off x="8158788" y="5623844"/>
            <a:ext cx="2020701" cy="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b"/>
          <a:lstStyle/>
          <a:p>
            <a:pPr algn="l">
              <a:spcBef>
                <a:spcPct val="50000"/>
              </a:spcBef>
            </a:pPr>
            <a:r>
              <a:rPr lang="en-US" sz="945" dirty="0"/>
              <a:t>(courtesy of Innovation Associates)</a:t>
            </a:r>
          </a:p>
        </p:txBody>
      </p:sp>
    </p:spTree>
    <p:extLst>
      <p:ext uri="{BB962C8B-B14F-4D97-AF65-F5344CB8AC3E}">
        <p14:creationId xmlns:p14="http://schemas.microsoft.com/office/powerpoint/2010/main" val="403626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818710" y="1043238"/>
            <a:ext cx="7630706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…or like this !!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02334" y="1569635"/>
            <a:ext cx="5518271" cy="4598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81803" y="9248"/>
            <a:ext cx="7237696" cy="7185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latin typeface="Arial" panose="020B0604020202020204" pitchFamily="34" charset="0"/>
              </a:rPr>
              <a:t>Why Systems Engineering?</a:t>
            </a:r>
            <a:endParaRPr lang="nl-NL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24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thumb/4/41/White_Knight_Two_and_SpaceShipTwo_from_directly_below.jpg/1280px-White_Knight_Two_and_SpaceShipTwo_from_directly_below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528" y="1215162"/>
            <a:ext cx="3878330" cy="277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1568487" y="9247"/>
            <a:ext cx="9953588" cy="71852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600" dirty="0">
                <a:latin typeface="Arial" panose="020B0604020202020204" pitchFamily="34" charset="0"/>
              </a:rPr>
              <a:t>Commonalities Air/Spacecraft Engineering</a:t>
            </a:r>
            <a:endParaRPr lang="nl-NL" sz="3600" dirty="0">
              <a:latin typeface="Arial" panose="020B0604020202020204" pitchFamily="34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08528" y="4091306"/>
            <a:ext cx="767537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Similar engineering process (Systems Engineering)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charset="0"/>
              <a:buChar char="•"/>
            </a:pPr>
            <a:r>
              <a:rPr lang="en-GB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Same basic mathematics for usage in models</a:t>
            </a:r>
          </a:p>
          <a:p>
            <a:pPr algn="l">
              <a:buFont typeface="Arial" charset="0"/>
              <a:buChar char="•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kern="0" dirty="0">
                <a:latin typeface="Calibri" panose="020F0502020204030204" pitchFamily="34" charset="0"/>
                <a:cs typeface="Calibri" panose="020F0502020204030204" pitchFamily="34" charset="0"/>
              </a:rPr>
              <a:t>Sharing use of various disciplines of physics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508528" y="5440043"/>
            <a:ext cx="7675372" cy="830997"/>
          </a:xfrm>
          <a:prstGeom prst="rect">
            <a:avLst/>
          </a:prstGeom>
          <a:solidFill>
            <a:srgbClr val="FFFF00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marL="360007" indent="-360007" algn="ctr" eaLnBrk="0" hangingPunct="0">
              <a:buClr>
                <a:schemeClr val="bg2"/>
              </a:buClr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 Engineering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a binding element of Aircraft and Spacecraft engineering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2599754" y="3563763"/>
            <a:ext cx="1631587" cy="35407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sz="1701" dirty="0" err="1"/>
              <a:t>SpaceShip</a:t>
            </a:r>
            <a:r>
              <a:rPr lang="en-US" sz="1701" dirty="0"/>
              <a:t> Two</a:t>
            </a:r>
          </a:p>
        </p:txBody>
      </p:sp>
      <p:pic>
        <p:nvPicPr>
          <p:cNvPr id="131074" name="Picture 2" descr="http://cdn.leganerd.com/wp-content/uploads/LEGANERD_04277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086" y="1215162"/>
            <a:ext cx="3705814" cy="277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8587213" y="3560585"/>
            <a:ext cx="1497040" cy="35407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sz="1701" dirty="0"/>
              <a:t>Space Shuttle</a:t>
            </a:r>
          </a:p>
        </p:txBody>
      </p:sp>
    </p:spTree>
    <p:extLst>
      <p:ext uri="{BB962C8B-B14F-4D97-AF65-F5344CB8AC3E}">
        <p14:creationId xmlns:p14="http://schemas.microsoft.com/office/powerpoint/2010/main" val="232961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lta Sky B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" t="-69" r="6570"/>
          <a:stretch>
            <a:fillRect/>
          </a:stretch>
        </p:blipFill>
        <p:spPr bwMode="auto">
          <a:xfrm>
            <a:off x="0" y="12699"/>
            <a:ext cx="11520757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1156436" y="2327292"/>
            <a:ext cx="893462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endParaRPr lang="en-US" sz="4000" dirty="0">
              <a:solidFill>
                <a:srgbClr val="FFFF00"/>
              </a:solidFill>
              <a:latin typeface="Arial"/>
              <a:cs typeface="Arial"/>
            </a:endParaRPr>
          </a:p>
          <a:p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Angelo Cervone</a:t>
            </a:r>
          </a:p>
          <a:p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Space Engineering Department</a:t>
            </a:r>
          </a:p>
          <a:p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Delft University of Technology</a:t>
            </a:r>
          </a:p>
          <a:p>
            <a:endParaRPr lang="en-US" sz="2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7" name="Picture 3" descr="TU_P5#white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2" y="5739467"/>
            <a:ext cx="1368152" cy="842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0" y="1469481"/>
            <a:ext cx="11520758" cy="83824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anchor="ctr">
            <a:no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4000" dirty="0">
                <a:solidFill>
                  <a:schemeClr val="bg1"/>
                </a:solidFill>
                <a:latin typeface="Arial"/>
                <a:cs typeface="Arial"/>
              </a:rPr>
              <a:t>        Thank you! Questions?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4052049" y="5024402"/>
            <a:ext cx="7368986" cy="83824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>
              <a:lnSpc>
                <a:spcPts val="3550"/>
              </a:lnSpc>
              <a:buFont typeface="Times" charset="0"/>
              <a:defRPr sz="1700">
                <a:solidFill>
                  <a:schemeClr val="tx1"/>
                </a:solidFill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r>
              <a:rPr lang="en-US" sz="4000" dirty="0">
                <a:solidFill>
                  <a:schemeClr val="bg1"/>
                </a:solidFill>
                <a:latin typeface="Arial"/>
                <a:cs typeface="Arial"/>
              </a:rPr>
              <a:t>        </a:t>
            </a:r>
            <a:r>
              <a:rPr lang="en-US" sz="4000" dirty="0">
                <a:solidFill>
                  <a:srgbClr val="FF0000"/>
                </a:solidFill>
                <a:latin typeface="Arial"/>
                <a:cs typeface="Arial"/>
              </a:rPr>
              <a:t>Your feedback is welcome!</a:t>
            </a:r>
          </a:p>
        </p:txBody>
      </p:sp>
    </p:spTree>
    <p:extLst>
      <p:ext uri="{BB962C8B-B14F-4D97-AF65-F5344CB8AC3E}">
        <p14:creationId xmlns:p14="http://schemas.microsoft.com/office/powerpoint/2010/main" val="423869380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ardthema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Standaardthema.thmx</Template>
  <TotalTime>5185</TotalTime>
  <Words>1772</Words>
  <Application>Microsoft Office PowerPoint</Application>
  <PresentationFormat>Custom</PresentationFormat>
  <Paragraphs>363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Bookman Old Style</vt:lpstr>
      <vt:lpstr>Calibri</vt:lpstr>
      <vt:lpstr>Tahoma</vt:lpstr>
      <vt:lpstr>Times</vt:lpstr>
      <vt:lpstr>Wingdings</vt:lpstr>
      <vt:lpstr>Standaardthema</vt:lpstr>
      <vt:lpstr>PowerPoint Presentation</vt:lpstr>
      <vt:lpstr>Introduction Slides – Contents</vt:lpstr>
      <vt:lpstr>Part 1 Course Organization</vt:lpstr>
      <vt:lpstr>Course Lecturers – Spacecraft Part</vt:lpstr>
      <vt:lpstr>Course Lecturers – Aircraft Part</vt:lpstr>
      <vt:lpstr>Course Objectives and Motivations</vt:lpstr>
      <vt:lpstr>Course Format</vt:lpstr>
      <vt:lpstr>Lecture Plan</vt:lpstr>
      <vt:lpstr>Assessment</vt:lpstr>
      <vt:lpstr>Assessment: Examples</vt:lpstr>
      <vt:lpstr>Dates and Deadlines</vt:lpstr>
      <vt:lpstr>Part 2 Aircraft - Introduction</vt:lpstr>
      <vt:lpstr>The dream planes…</vt:lpstr>
      <vt:lpstr>The dream planes…</vt:lpstr>
      <vt:lpstr>N2 chart to map the conceptual design process and help manage iterations</vt:lpstr>
      <vt:lpstr>The outcome of AE1222-II</vt:lpstr>
      <vt:lpstr>SE approach to AC design</vt:lpstr>
      <vt:lpstr>Aircraft aerodynamic analysis - basics</vt:lpstr>
      <vt:lpstr>Design of the high lift devices</vt:lpstr>
      <vt:lpstr>Aileron design</vt:lpstr>
      <vt:lpstr>Computational methods for aircraft aerodynamic analysis</vt:lpstr>
      <vt:lpstr>Aircraft weight estimation</vt:lpstr>
      <vt:lpstr>Part 3 Spacecraft - Introduction</vt:lpstr>
      <vt:lpstr>Space Engineering: The Big Picture</vt:lpstr>
      <vt:lpstr>Space Engineering: Key Functions and Drivers</vt:lpstr>
      <vt:lpstr>Spacecraft Bus Functions and Subsystems</vt:lpstr>
      <vt:lpstr>Spacecraft Bus Functions…</vt:lpstr>
      <vt:lpstr>…and Subsystems</vt:lpstr>
      <vt:lpstr>Why Systems Engineering?</vt:lpstr>
      <vt:lpstr>Why Systems Engineering?</vt:lpstr>
      <vt:lpstr>Commonalities Air/Spacecraft Engineering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Paul Ouwerkerk</dc:creator>
  <cp:lastModifiedBy>Angelo Cervone</cp:lastModifiedBy>
  <cp:revision>587</cp:revision>
  <cp:lastPrinted>2020-08-25T12:18:50Z</cp:lastPrinted>
  <dcterms:created xsi:type="dcterms:W3CDTF">2015-03-11T20:01:43Z</dcterms:created>
  <dcterms:modified xsi:type="dcterms:W3CDTF">2024-07-24T12:44:58Z</dcterms:modified>
</cp:coreProperties>
</file>